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92" r:id="rId7"/>
  </p:sldIdLst>
  <p:sldSz cx="12192000" cy="6858000"/>
  <p:notesSz cx="12192000" cy="6858000"/>
  <p:custDataLst>
    <p:tags r:id="rId9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rtl="0" fontAlgn="base">
      <a:spcBef>
        <a:spcPct val="0"/>
      </a:spcBef>
      <a:spcAft>
        <a:spcPct val="0"/>
      </a:spcAft>
      <a:buSzPct val="100000"/>
      <a:buFont typeface="Calibri" panose="020F050202020403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6" dt="2026-09-01T08:52:44.231"/>
    <p1510:client id="{5AAF5C0D-7AF4-73BE-46D7-FDC7C3985684}" v="9" dt="2026-09-01T09:01:50.113"/>
    <p1510:client id="{F4E51FDD-A1B4-191C-377F-E80D115B2B1E}" v="72" dt="2026-09-01T08:42:24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56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0B55616-E557-84B8-F29F-FC3B517B6A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Calibri"/>
              <a:buNone/>
              <a:defRPr sz="1200"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22E7A9F-3205-1789-720A-EB1CFE22CF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Calibri"/>
              <a:buNone/>
              <a:defRPr sz="1200">
                <a:latin typeface="Calibri"/>
                <a:cs typeface="+mn-cs"/>
              </a:defRPr>
            </a:lvl1pPr>
          </a:lstStyle>
          <a:p>
            <a:pPr>
              <a:defRPr/>
            </a:pPr>
            <a:fld id="{47267FE1-6199-414B-B630-B46DFAFDAE4A}" type="datetimeFigureOut">
              <a:rPr lang="en-IN"/>
              <a:pPr>
                <a:defRPr/>
              </a:pPr>
              <a:t>02-09-2026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9635F7F0-8D5F-B397-F853-4E0E32EA8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2E9E1D95-8458-759B-A5D2-2FDF8F334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218ADEE-D704-B9E2-4DB4-EDBE405A83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Calibri"/>
              <a:buNone/>
              <a:defRPr sz="1200"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A4F388-0954-6C6C-E177-85E5B6FBD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7110DF0-211C-41F5-A29D-BD17C2F7D265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689572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xmlns="" id="{3AEF61F9-D8FA-4212-5013-2EAE1A3C2D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xmlns="" id="{8FAED3FE-B78A-4098-B71B-F082ACCD56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Done </a:t>
            </a:r>
            <a:endParaRPr lang="en-IN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xmlns="" id="{2A566554-AD7D-F75C-005C-E52195CA6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3A3157CB-3862-48B3-BC94-74F822034EF9}" type="slidenum">
              <a:rPr lang="en-IN" altLang="en-US"/>
              <a:pPr eaLnBrk="1" hangingPunct="1"/>
              <a:t>2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xmlns="" id="{94C209C2-9599-9EEF-1F76-B30F2345A0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xmlns="" id="{41CCC94A-5667-814C-08CB-DEEFD3D9B9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DONE</a:t>
            </a:r>
            <a:endParaRPr lang="en-IN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xmlns="" id="{0DAD557F-4768-FB8C-806D-55101491D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78ECD260-A98C-44C6-9E5F-CFB6376E5E50}" type="slidenum">
              <a:rPr lang="en-IN" altLang="en-US"/>
              <a:pPr eaLnBrk="1" hangingPunct="1"/>
              <a:t>4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xmlns="" id="{0832BC36-A546-CF30-4CED-036661A2AE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xmlns="" id="{5D4E31EE-61BC-11F3-33B5-60A3990B86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Done </a:t>
            </a:r>
            <a:endParaRPr lang="en-IN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xmlns="" id="{7A40C5E8-A043-03BC-F855-CEAF5E1E8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FA7824EC-20D5-4460-AD6F-BE010379A2E2}" type="slidenum">
              <a:rPr lang="en-IN" altLang="en-US"/>
              <a:pPr eaLnBrk="1" hangingPunct="1"/>
              <a:t>5</a:t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xmlns="" id="{3CEF8E8A-2C5D-FE09-9C49-E7D984898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9E9920-C02A-41B1-9109-431E91CD04D4}" type="slidenum">
              <a:rPr lang="ru-RU" altLang="en-US"/>
              <a:pPr/>
              <a:t>‹#›</a:t>
            </a:fld>
            <a:endParaRPr lang="ru-RU" altLang="en-US"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xmlns="" id="{EBF280B3-FF19-89AC-E192-0773C4DCF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numCol="1" anchor="t" anchorCtr="0" compatLnSpc="1">
            <a:prstTxWarp prst="textNoShape">
              <a:avLst/>
            </a:prstTxWarp>
          </a:bodyPr>
          <a:lstStyle>
            <a:lvl1pPr eaLnBrk="1" fontAlgn="base" hangingPunct="1">
              <a:lnSpc>
                <a:spcPts val="1238"/>
              </a:lnSpc>
              <a:buSzPct val="100000"/>
              <a:buFont typeface="Calibri" charset="0"/>
              <a:buNone/>
              <a:defRPr>
                <a:ln>
                  <a:noFill/>
                </a:ln>
                <a:latin typeface="Calibri" charset="0"/>
              </a:defRPr>
            </a:lvl1pPr>
          </a:lstStyle>
          <a:p>
            <a:pPr>
              <a:defRPr/>
            </a:pPr>
            <a:r>
              <a:rPr lang="ru-RU"/>
              <a:t>@SIH Idea submission</a:t>
            </a:r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xmlns="" id="{C2EB8978-458D-53D9-13D8-562B7049D94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F8E06-9BCC-42F7-8D8C-77775B217CF9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77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56210"/>
            <a:ext cx="8104504" cy="637286"/>
          </a:xfr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084" y="1348041"/>
            <a:ext cx="7230109" cy="4329430"/>
          </a:xfr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xmlns="" id="{CB9E2284-2F0F-FF0D-DAF2-4A26A89ECA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xmlns="" id="{A66B1EC9-355C-2A37-71DE-3594A8F0D5A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4C53C-F99F-46B0-BB9F-8BF1192168DB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xmlns="" id="{7D2F3D62-3D63-EC11-CE11-BCAA2577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E169C-A1B0-4C40-9FA5-8DC17FB2E1E0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48808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56210"/>
            <a:ext cx="8104504" cy="637286"/>
          </a:xfr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1494" y="1139450"/>
            <a:ext cx="3717290" cy="4663440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7">
            <a:extLst>
              <a:ext uri="{FF2B5EF4-FFF2-40B4-BE49-F238E27FC236}">
                <a16:creationId xmlns:a16="http://schemas.microsoft.com/office/drawing/2014/main" xmlns="" id="{81E25684-526A-7540-550C-D53101908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0B002D8-79A2-4AD2-A2A2-660F916E6FD7}" type="slidenum">
              <a:rPr lang="ru-RU" altLang="en-US"/>
              <a:pPr/>
              <a:t>‹#›</a:t>
            </a:fld>
            <a:endParaRPr lang="ru-RU" altLang="en-US"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xmlns="" id="{4C56D760-5510-5CCC-D8F5-A385C222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numCol="1" anchor="t" anchorCtr="0" compatLnSpc="1">
            <a:prstTxWarp prst="textNoShape">
              <a:avLst/>
            </a:prstTxWarp>
          </a:bodyPr>
          <a:lstStyle>
            <a:lvl1pPr eaLnBrk="1" fontAlgn="base" hangingPunct="1">
              <a:lnSpc>
                <a:spcPts val="1238"/>
              </a:lnSpc>
              <a:buSzPct val="100000"/>
              <a:buFont typeface="Calibri" charset="0"/>
              <a:buNone/>
              <a:defRPr>
                <a:ln>
                  <a:noFill/>
                </a:ln>
                <a:latin typeface="Calibri" charset="0"/>
              </a:defRPr>
            </a:lvl1pPr>
          </a:lstStyle>
          <a:p>
            <a:pPr>
              <a:defRPr/>
            </a:pPr>
            <a:r>
              <a:rPr lang="ru-RU"/>
              <a:t>@SIH Idea submission</a:t>
            </a:r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xmlns="" id="{ED170CD4-4ABE-75EB-6800-EFDD288CF3C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619BC-BE8B-4837-8FF1-89ABBCA1F3FD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82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56210"/>
            <a:ext cx="8104504" cy="637286"/>
          </a:xfr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xmlns="" id="{77DEFD00-9BAA-6281-EC59-CF37B89F5A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xmlns="" id="{F349302E-95B2-B404-9906-1ABB721CD08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083E4-FDB2-418D-B231-ECC4825E8EEE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xmlns="" id="{A8A9F3EB-9AB0-85EF-5437-4D09222E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6E77E-1A15-403C-9936-488778CD5F3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15771927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xmlns="" id="{D1F6CD01-36EC-4B5F-5280-A26B4FB0E2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xmlns="" id="{25DEB1EE-5F9C-EF15-7B9B-0ADDA7DA61C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20B74-A6A4-46F1-A83B-173E492A124E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xmlns="" id="{0024C96F-8B8A-CB85-5A7F-5F9DB239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6C9CE7-7E51-4B30-90DC-DE840B23468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48025722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68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>
            <a:extLst>
              <a:ext uri="{FF2B5EF4-FFF2-40B4-BE49-F238E27FC236}">
                <a16:creationId xmlns:a16="http://schemas.microsoft.com/office/drawing/2014/main" xmlns="" id="{9290C80C-E646-2297-8177-431EF8519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2225"/>
            <a:ext cx="12187238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bg object 17">
            <a:extLst>
              <a:ext uri="{FF2B5EF4-FFF2-40B4-BE49-F238E27FC236}">
                <a16:creationId xmlns:a16="http://schemas.microsoft.com/office/drawing/2014/main" xmlns="" id="{2682FD7F-A194-6F34-D969-DDFE5DA9B25A}"/>
              </a:ext>
            </a:extLst>
          </p:cNvPr>
          <p:cNvSpPr>
            <a:spLocks/>
          </p:cNvSpPr>
          <p:nvPr/>
        </p:nvSpPr>
        <p:spPr bwMode="auto">
          <a:xfrm>
            <a:off x="0" y="6353175"/>
            <a:ext cx="12192000" cy="504825"/>
          </a:xfrm>
          <a:custGeom>
            <a:avLst/>
            <a:gdLst>
              <a:gd name="T0" fmla="*/ 12192000 w 12192000"/>
              <a:gd name="T1" fmla="*/ 0 h 504825"/>
              <a:gd name="T2" fmla="*/ 0 w 12192000"/>
              <a:gd name="T3" fmla="*/ 0 h 504825"/>
              <a:gd name="T4" fmla="*/ 0 w 12192000"/>
              <a:gd name="T5" fmla="*/ 504825 h 504825"/>
              <a:gd name="T6" fmla="*/ 12192000 w 12192000"/>
              <a:gd name="T7" fmla="*/ 504825 h 504825"/>
              <a:gd name="T8" fmla="*/ 12192000 w 12192000"/>
              <a:gd name="T9" fmla="*/ 0 h 5048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192000" h="504825">
                <a:moveTo>
                  <a:pt x="12192000" y="0"/>
                </a:moveTo>
                <a:lnTo>
                  <a:pt x="0" y="0"/>
                </a:lnTo>
                <a:lnTo>
                  <a:pt x="0" y="504825"/>
                </a:lnTo>
                <a:lnTo>
                  <a:pt x="12192000" y="504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1028" name="Holder 2">
            <a:extLst>
              <a:ext uri="{FF2B5EF4-FFF2-40B4-BE49-F238E27FC236}">
                <a16:creationId xmlns:a16="http://schemas.microsoft.com/office/drawing/2014/main" xmlns="" id="{890A6BBF-983A-2DC1-921B-071BB0590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70025" y="155575"/>
            <a:ext cx="8104188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29" name="Holder 3">
            <a:extLst>
              <a:ext uri="{FF2B5EF4-FFF2-40B4-BE49-F238E27FC236}">
                <a16:creationId xmlns:a16="http://schemas.microsoft.com/office/drawing/2014/main" xmlns="" id="{B994573B-F3E6-57AB-A163-78F6BF167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347788"/>
            <a:ext cx="7229475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xmlns="" id="{DCF98C5B-3B4D-BE80-7774-CF9148105D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57838" y="6472238"/>
            <a:ext cx="1390650" cy="17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>
            <a:spAutoFit/>
          </a:bodyPr>
          <a:lstStyle>
            <a:lvl1pPr marL="12700" eaLnBrk="0" fontAlgn="auto" hangingPunct="0">
              <a:lnSpc>
                <a:spcPts val="1240"/>
              </a:lnSpc>
              <a:buSzTx/>
              <a:buFontTx/>
              <a:buNone/>
              <a:defRPr sz="1200" b="0" i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Calibri"/>
                <a:ea typeface="Arial"/>
                <a:cs typeface="Calibri"/>
                <a:sym typeface="Wingdings"/>
              </a:defRPr>
            </a:lvl1pPr>
          </a:lstStyle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1031" name="Holder 5">
            <a:extLst>
              <a:ext uri="{FF2B5EF4-FFF2-40B4-BE49-F238E27FC236}">
                <a16:creationId xmlns:a16="http://schemas.microsoft.com/office/drawing/2014/main" xmlns="" id="{D2CF81FD-E18E-1CB8-088B-49FC523FEE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78575"/>
            <a:ext cx="28035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buFont typeface="Calibri" charset="0"/>
              <a:buNone/>
              <a:defRPr>
                <a:solidFill>
                  <a:srgbClr val="898989"/>
                </a:solidFill>
                <a:latin typeface="Calibri" charset="0"/>
                <a:cs typeface="+mn-cs"/>
              </a:defRPr>
            </a:lvl1pPr>
          </a:lstStyle>
          <a:p>
            <a:pPr>
              <a:defRPr/>
            </a:pPr>
            <a:fld id="{2229691C-471E-4AC1-AE69-712043639F57}" type="datetime1">
              <a:rPr lang="en-US"/>
              <a:pPr>
                <a:defRPr/>
              </a:pPr>
              <a:t>9/2/2026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xmlns="" id="{9FEB5C9C-2E4B-7C30-027C-D86C26F5D3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82375" y="6472238"/>
            <a:ext cx="166688" cy="177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8100">
              <a:lnSpc>
                <a:spcPts val="1238"/>
              </a:lnSpc>
              <a:defRPr sz="12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2653A9D4-DD5A-4ED2-95AA-E64C7EA0FF72}" type="slidenum">
              <a:rPr lang="ru-RU" altLang="en-US"/>
              <a:pPr/>
              <a:t>‹#›</a:t>
            </a:fld>
            <a:endParaRPr lang="ru-RU" alt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90" y="0"/>
            <a:ext cx="2038635" cy="1047896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xmlns="" id="{205CED2D-4B3C-1F41-AD92-B18534341A32}"/>
              </a:ext>
            </a:extLst>
          </p:cNvPr>
          <p:cNvSpPr>
            <a:spLocks/>
          </p:cNvSpPr>
          <p:nvPr userDrawn="1"/>
        </p:nvSpPr>
        <p:spPr bwMode="auto">
          <a:xfrm>
            <a:off x="63266" y="219221"/>
            <a:ext cx="1438275" cy="828675"/>
          </a:xfrm>
          <a:custGeom>
            <a:avLst/>
            <a:gdLst>
              <a:gd name="T0" fmla="*/ 9404 w 1438910"/>
              <a:gd name="T1" fmla="*/ 347062 h 828675"/>
              <a:gd name="T2" fmla="*/ 80199 w 1438910"/>
              <a:gd name="T3" fmla="*/ 223866 h 828675"/>
              <a:gd name="T4" fmla="*/ 138630 w 1438910"/>
              <a:gd name="T5" fmla="*/ 169584 h 828675"/>
              <a:gd name="T6" fmla="*/ 210445 w 1438910"/>
              <a:gd name="T7" fmla="*/ 121316 h 828675"/>
              <a:gd name="T8" fmla="*/ 294164 w 1438910"/>
              <a:gd name="T9" fmla="*/ 79914 h 828675"/>
              <a:gd name="T10" fmla="*/ 388310 w 1438910"/>
              <a:gd name="T11" fmla="*/ 46229 h 828675"/>
              <a:gd name="T12" fmla="*/ 491401 w 1438910"/>
              <a:gd name="T13" fmla="*/ 21114 h 828675"/>
              <a:gd name="T14" fmla="*/ 601958 w 1438910"/>
              <a:gd name="T15" fmla="*/ 5420 h 828675"/>
              <a:gd name="T16" fmla="*/ 718503 w 1438910"/>
              <a:gd name="T17" fmla="*/ 0 h 828675"/>
              <a:gd name="T18" fmla="*/ 835039 w 1438910"/>
              <a:gd name="T19" fmla="*/ 5420 h 828675"/>
              <a:gd name="T20" fmla="*/ 945596 w 1438910"/>
              <a:gd name="T21" fmla="*/ 21114 h 828675"/>
              <a:gd name="T22" fmla="*/ 1048692 w 1438910"/>
              <a:gd name="T23" fmla="*/ 46229 h 828675"/>
              <a:gd name="T24" fmla="*/ 1142845 w 1438910"/>
              <a:gd name="T25" fmla="*/ 79914 h 828675"/>
              <a:gd name="T26" fmla="*/ 1226577 w 1438910"/>
              <a:gd name="T27" fmla="*/ 121316 h 828675"/>
              <a:gd name="T28" fmla="*/ 1298405 w 1438910"/>
              <a:gd name="T29" fmla="*/ 169584 h 828675"/>
              <a:gd name="T30" fmla="*/ 1356850 w 1438910"/>
              <a:gd name="T31" fmla="*/ 223866 h 828675"/>
              <a:gd name="T32" fmla="*/ 1427662 w 1438910"/>
              <a:gd name="T33" fmla="*/ 347062 h 828675"/>
              <a:gd name="T34" fmla="*/ 1434686 w 1438910"/>
              <a:gd name="T35" fmla="*/ 448259 h 828675"/>
              <a:gd name="T36" fmla="*/ 1380589 w 1438910"/>
              <a:gd name="T37" fmla="*/ 575571 h 828675"/>
              <a:gd name="T38" fmla="*/ 1298405 w 1438910"/>
              <a:gd name="T39" fmla="*/ 659008 h 828675"/>
              <a:gd name="T40" fmla="*/ 1226577 w 1438910"/>
              <a:gd name="T41" fmla="*/ 707294 h 828675"/>
              <a:gd name="T42" fmla="*/ 1142845 w 1438910"/>
              <a:gd name="T43" fmla="*/ 748715 h 828675"/>
              <a:gd name="T44" fmla="*/ 1048692 w 1438910"/>
              <a:gd name="T45" fmla="*/ 782417 h 828675"/>
              <a:gd name="T46" fmla="*/ 945596 w 1438910"/>
              <a:gd name="T47" fmla="*/ 807547 h 828675"/>
              <a:gd name="T48" fmla="*/ 835039 w 1438910"/>
              <a:gd name="T49" fmla="*/ 823250 h 828675"/>
              <a:gd name="T50" fmla="*/ 718503 w 1438910"/>
              <a:gd name="T51" fmla="*/ 828675 h 828675"/>
              <a:gd name="T52" fmla="*/ 601958 w 1438910"/>
              <a:gd name="T53" fmla="*/ 823250 h 828675"/>
              <a:gd name="T54" fmla="*/ 491401 w 1438910"/>
              <a:gd name="T55" fmla="*/ 807547 h 828675"/>
              <a:gd name="T56" fmla="*/ 388310 w 1438910"/>
              <a:gd name="T57" fmla="*/ 782417 h 828675"/>
              <a:gd name="T58" fmla="*/ 294164 w 1438910"/>
              <a:gd name="T59" fmla="*/ 748715 h 828675"/>
              <a:gd name="T60" fmla="*/ 210445 w 1438910"/>
              <a:gd name="T61" fmla="*/ 707294 h 828675"/>
              <a:gd name="T62" fmla="*/ 138630 w 1438910"/>
              <a:gd name="T63" fmla="*/ 659008 h 828675"/>
              <a:gd name="T64" fmla="*/ 80199 w 1438910"/>
              <a:gd name="T65" fmla="*/ 604709 h 828675"/>
              <a:gd name="T66" fmla="*/ 9404 w 1438910"/>
              <a:gd name="T67" fmla="*/ 481488 h 82867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438910" h="828675">
                <a:moveTo>
                  <a:pt x="0" y="414274"/>
                </a:moveTo>
                <a:lnTo>
                  <a:pt x="9412" y="347062"/>
                </a:lnTo>
                <a:lnTo>
                  <a:pt x="36662" y="283309"/>
                </a:lnTo>
                <a:lnTo>
                  <a:pt x="80269" y="223866"/>
                </a:lnTo>
                <a:lnTo>
                  <a:pt x="107743" y="196026"/>
                </a:lnTo>
                <a:lnTo>
                  <a:pt x="138752" y="169584"/>
                </a:lnTo>
                <a:lnTo>
                  <a:pt x="173109" y="144645"/>
                </a:lnTo>
                <a:lnTo>
                  <a:pt x="210631" y="121316"/>
                </a:lnTo>
                <a:lnTo>
                  <a:pt x="251131" y="99704"/>
                </a:lnTo>
                <a:lnTo>
                  <a:pt x="294424" y="79914"/>
                </a:lnTo>
                <a:lnTo>
                  <a:pt x="340327" y="62054"/>
                </a:lnTo>
                <a:lnTo>
                  <a:pt x="388653" y="46229"/>
                </a:lnTo>
                <a:lnTo>
                  <a:pt x="439217" y="32547"/>
                </a:lnTo>
                <a:lnTo>
                  <a:pt x="491835" y="21114"/>
                </a:lnTo>
                <a:lnTo>
                  <a:pt x="546320" y="12036"/>
                </a:lnTo>
                <a:lnTo>
                  <a:pt x="602490" y="5420"/>
                </a:lnTo>
                <a:lnTo>
                  <a:pt x="660157" y="1372"/>
                </a:lnTo>
                <a:lnTo>
                  <a:pt x="719137" y="0"/>
                </a:lnTo>
                <a:lnTo>
                  <a:pt x="778113" y="1372"/>
                </a:lnTo>
                <a:lnTo>
                  <a:pt x="835777" y="5420"/>
                </a:lnTo>
                <a:lnTo>
                  <a:pt x="891945" y="12036"/>
                </a:lnTo>
                <a:lnTo>
                  <a:pt x="946431" y="21114"/>
                </a:lnTo>
                <a:lnTo>
                  <a:pt x="999051" y="32547"/>
                </a:lnTo>
                <a:lnTo>
                  <a:pt x="1049618" y="46229"/>
                </a:lnTo>
                <a:lnTo>
                  <a:pt x="1097948" y="62054"/>
                </a:lnTo>
                <a:lnTo>
                  <a:pt x="1143855" y="79914"/>
                </a:lnTo>
                <a:lnTo>
                  <a:pt x="1187155" y="99704"/>
                </a:lnTo>
                <a:lnTo>
                  <a:pt x="1227661" y="121316"/>
                </a:lnTo>
                <a:lnTo>
                  <a:pt x="1265189" y="144645"/>
                </a:lnTo>
                <a:lnTo>
                  <a:pt x="1299552" y="169584"/>
                </a:lnTo>
                <a:lnTo>
                  <a:pt x="1330567" y="196026"/>
                </a:lnTo>
                <a:lnTo>
                  <a:pt x="1358048" y="223866"/>
                </a:lnTo>
                <a:lnTo>
                  <a:pt x="1401665" y="283309"/>
                </a:lnTo>
                <a:lnTo>
                  <a:pt x="1428923" y="347062"/>
                </a:lnTo>
                <a:lnTo>
                  <a:pt x="1438338" y="414274"/>
                </a:lnTo>
                <a:lnTo>
                  <a:pt x="1435953" y="448259"/>
                </a:lnTo>
                <a:lnTo>
                  <a:pt x="1417432" y="513855"/>
                </a:lnTo>
                <a:lnTo>
                  <a:pt x="1381809" y="575571"/>
                </a:lnTo>
                <a:lnTo>
                  <a:pt x="1330567" y="632556"/>
                </a:lnTo>
                <a:lnTo>
                  <a:pt x="1299552" y="659008"/>
                </a:lnTo>
                <a:lnTo>
                  <a:pt x="1265189" y="683956"/>
                </a:lnTo>
                <a:lnTo>
                  <a:pt x="1227661" y="707294"/>
                </a:lnTo>
                <a:lnTo>
                  <a:pt x="1187155" y="728916"/>
                </a:lnTo>
                <a:lnTo>
                  <a:pt x="1143855" y="748715"/>
                </a:lnTo>
                <a:lnTo>
                  <a:pt x="1097948" y="766585"/>
                </a:lnTo>
                <a:lnTo>
                  <a:pt x="1049618" y="782417"/>
                </a:lnTo>
                <a:lnTo>
                  <a:pt x="999051" y="796107"/>
                </a:lnTo>
                <a:lnTo>
                  <a:pt x="946431" y="807547"/>
                </a:lnTo>
                <a:lnTo>
                  <a:pt x="891945" y="816630"/>
                </a:lnTo>
                <a:lnTo>
                  <a:pt x="835777" y="823250"/>
                </a:lnTo>
                <a:lnTo>
                  <a:pt x="778113" y="827301"/>
                </a:lnTo>
                <a:lnTo>
                  <a:pt x="719137" y="828675"/>
                </a:lnTo>
                <a:lnTo>
                  <a:pt x="660157" y="827301"/>
                </a:lnTo>
                <a:lnTo>
                  <a:pt x="602490" y="823250"/>
                </a:lnTo>
                <a:lnTo>
                  <a:pt x="546320" y="816630"/>
                </a:lnTo>
                <a:lnTo>
                  <a:pt x="491835" y="807547"/>
                </a:lnTo>
                <a:lnTo>
                  <a:pt x="439217" y="796107"/>
                </a:lnTo>
                <a:lnTo>
                  <a:pt x="388653" y="782417"/>
                </a:lnTo>
                <a:lnTo>
                  <a:pt x="340327" y="766585"/>
                </a:lnTo>
                <a:lnTo>
                  <a:pt x="294424" y="748715"/>
                </a:lnTo>
                <a:lnTo>
                  <a:pt x="251131" y="728916"/>
                </a:lnTo>
                <a:lnTo>
                  <a:pt x="210631" y="707294"/>
                </a:lnTo>
                <a:lnTo>
                  <a:pt x="173109" y="683956"/>
                </a:lnTo>
                <a:lnTo>
                  <a:pt x="138752" y="659008"/>
                </a:lnTo>
                <a:lnTo>
                  <a:pt x="107743" y="632556"/>
                </a:lnTo>
                <a:lnTo>
                  <a:pt x="80269" y="604709"/>
                </a:lnTo>
                <a:lnTo>
                  <a:pt x="36662" y="545251"/>
                </a:lnTo>
                <a:lnTo>
                  <a:pt x="9412" y="481488"/>
                </a:lnTo>
                <a:lnTo>
                  <a:pt x="0" y="414274"/>
                </a:lnTo>
                <a:close/>
              </a:path>
            </a:pathLst>
          </a:custGeom>
          <a:noFill/>
          <a:ln w="25399" algn="ctr">
            <a:solidFill>
              <a:srgbClr val="8063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xmlns="" id="{5685A636-A22F-18D7-7528-A1B4A94675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21085172">
            <a:off x="99049" y="519424"/>
            <a:ext cx="1369439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00"/>
              </a:spcBef>
            </a:pPr>
            <a:r>
              <a:rPr lang="en-US" altLang="en-US" sz="1400" b="1" i="1" dirty="0" smtClean="0">
                <a:solidFill>
                  <a:srgbClr val="1F487C"/>
                </a:solidFill>
                <a:latin typeface="Arial Black" pitchFamily="34" charset="0"/>
              </a:rPr>
              <a:t>TOURSITER</a:t>
            </a:r>
            <a:endParaRPr lang="ru-RU" altLang="en-US" sz="1400" dirty="0">
              <a:latin typeface="Arial Black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Calibri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charset="0"/>
          <a:cs typeface="Calibri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charset="0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charset="0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charset="0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charset="0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Calibri" charset="0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Leviosa-m4c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1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e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24630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/>
                <a:ea typeface="ＭＳ Ｐゴシック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21726"/>
            <a:ext cx="60695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Problem Statement ID – SIH26204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Problem Statement Title – Student Innovation 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Theme- Travel &amp; Tourism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PS Category- Software 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Team ID - 354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Team Name - Tourister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bject 2">
            <a:extLst>
              <a:ext uri="{FF2B5EF4-FFF2-40B4-BE49-F238E27FC236}">
                <a16:creationId xmlns:a16="http://schemas.microsoft.com/office/drawing/2014/main" xmlns="" id="{393BA65E-F158-DEEE-A096-21274A292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0" y="544513"/>
            <a:ext cx="26447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TOURISTER — SMART TOURISM &amp; MULTI-AGENT TRAVEL PLATFORM</a:t>
            </a:r>
          </a:p>
        </p:txBody>
      </p:sp>
      <p:sp>
        <p:nvSpPr>
          <p:cNvPr id="8197" name="object 5" descr="$PPTXTitle">
            <a:extLst>
              <a:ext uri="{FF2B5EF4-FFF2-40B4-BE49-F238E27FC236}">
                <a16:creationId xmlns:a16="http://schemas.microsoft.com/office/drawing/2014/main" xmlns="" id="{39D5109D-F7B5-31E7-1671-663C3116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63" y="506413"/>
            <a:ext cx="822325" cy="369332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12700" algn="l">
              <a:spcBef>
                <a:spcPts val="100"/>
              </a:spcBef>
            </a:pPr>
            <a:r>
              <a:rPr lang="en-US" altLang="en-US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altLang="en-US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alt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198" name="object 6">
            <a:extLst>
              <a:ext uri="{FF2B5EF4-FFF2-40B4-BE49-F238E27FC236}">
                <a16:creationId xmlns:a16="http://schemas.microsoft.com/office/drawing/2014/main" xmlns="" id="{9BC1D7EA-1A49-0F2C-6C48-B2F8657A3B1B}"/>
              </a:ext>
            </a:extLst>
          </p:cNvPr>
          <p:cNvGrpSpPr>
            <a:grpSpLocks/>
          </p:cNvGrpSpPr>
          <p:nvPr/>
        </p:nvGrpSpPr>
        <p:grpSpPr bwMode="auto">
          <a:xfrm>
            <a:off x="4152900" y="2085975"/>
            <a:ext cx="2762250" cy="3619500"/>
            <a:chOff x="4152900" y="2085975"/>
            <a:chExt cx="2762250" cy="3619500"/>
          </a:xfrm>
        </p:grpSpPr>
        <p:sp>
          <p:nvSpPr>
            <p:cNvPr id="8220" name="object 7">
              <a:extLst>
                <a:ext uri="{FF2B5EF4-FFF2-40B4-BE49-F238E27FC236}">
                  <a16:creationId xmlns:a16="http://schemas.microsoft.com/office/drawing/2014/main" xmlns="" id="{F2BFBA93-0B6C-715E-F7A5-FAD8B9CD3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2085975"/>
              <a:ext cx="1762125" cy="1019175"/>
            </a:xfrm>
            <a:custGeom>
              <a:avLst/>
              <a:gdLst>
                <a:gd name="T0" fmla="*/ 521208 w 1762125"/>
                <a:gd name="T1" fmla="*/ 0 h 1019175"/>
                <a:gd name="T2" fmla="*/ 465760 w 1762125"/>
                <a:gd name="T3" fmla="*/ 583 h 1019175"/>
                <a:gd name="T4" fmla="*/ 411517 w 1762125"/>
                <a:gd name="T5" fmla="*/ 2331 h 1019175"/>
                <a:gd name="T6" fmla="*/ 358478 w 1762125"/>
                <a:gd name="T7" fmla="*/ 5244 h 1019175"/>
                <a:gd name="T8" fmla="*/ 306643 w 1762125"/>
                <a:gd name="T9" fmla="*/ 9320 h 1019175"/>
                <a:gd name="T10" fmla="*/ 256013 w 1762125"/>
                <a:gd name="T11" fmla="*/ 14559 h 1019175"/>
                <a:gd name="T12" fmla="*/ 206586 w 1762125"/>
                <a:gd name="T13" fmla="*/ 20959 h 1019175"/>
                <a:gd name="T14" fmla="*/ 158364 w 1762125"/>
                <a:gd name="T15" fmla="*/ 28519 h 1019175"/>
                <a:gd name="T16" fmla="*/ 111346 w 1762125"/>
                <a:gd name="T17" fmla="*/ 37239 h 1019175"/>
                <a:gd name="T18" fmla="*/ 65532 w 1762125"/>
                <a:gd name="T19" fmla="*/ 47116 h 1019175"/>
                <a:gd name="T20" fmla="*/ 0 w 1762125"/>
                <a:gd name="T21" fmla="*/ 65532 h 1019175"/>
                <a:gd name="T22" fmla="*/ 300863 w 1762125"/>
                <a:gd name="T23" fmla="*/ 859154 h 1019175"/>
                <a:gd name="T24" fmla="*/ 350900 w 1762125"/>
                <a:gd name="T25" fmla="*/ 830961 h 1019175"/>
                <a:gd name="T26" fmla="*/ 387145 w 1762125"/>
                <a:gd name="T27" fmla="*/ 817792 h 1019175"/>
                <a:gd name="T28" fmla="*/ 425211 w 1762125"/>
                <a:gd name="T29" fmla="*/ 808386 h 1019175"/>
                <a:gd name="T30" fmla="*/ 465111 w 1762125"/>
                <a:gd name="T31" fmla="*/ 802743 h 1019175"/>
                <a:gd name="T32" fmla="*/ 506857 w 1762125"/>
                <a:gd name="T33" fmla="*/ 800862 h 1019175"/>
                <a:gd name="T34" fmla="*/ 567039 w 1762125"/>
                <a:gd name="T35" fmla="*/ 803987 h 1019175"/>
                <a:gd name="T36" fmla="*/ 620791 w 1762125"/>
                <a:gd name="T37" fmla="*/ 813366 h 1019175"/>
                <a:gd name="T38" fmla="*/ 668111 w 1762125"/>
                <a:gd name="T39" fmla="*/ 829007 h 1019175"/>
                <a:gd name="T40" fmla="*/ 709000 w 1762125"/>
                <a:gd name="T41" fmla="*/ 850914 h 1019175"/>
                <a:gd name="T42" fmla="*/ 743458 w 1762125"/>
                <a:gd name="T43" fmla="*/ 879094 h 1019175"/>
                <a:gd name="T44" fmla="*/ 777589 w 1762125"/>
                <a:gd name="T45" fmla="*/ 922131 h 1019175"/>
                <a:gd name="T46" fmla="*/ 802004 w 1762125"/>
                <a:gd name="T47" fmla="*/ 973074 h 1019175"/>
                <a:gd name="T48" fmla="*/ 813435 w 1762125"/>
                <a:gd name="T49" fmla="*/ 1019175 h 1019175"/>
                <a:gd name="T50" fmla="*/ 1762125 w 1762125"/>
                <a:gd name="T51" fmla="*/ 776224 h 1019175"/>
                <a:gd name="T52" fmla="*/ 1742567 w 1762125"/>
                <a:gd name="T53" fmla="*/ 710438 h 1019175"/>
                <a:gd name="T54" fmla="*/ 1724300 w 1762125"/>
                <a:gd name="T55" fmla="*/ 664402 h 1019175"/>
                <a:gd name="T56" fmla="*/ 1703662 w 1762125"/>
                <a:gd name="T57" fmla="*/ 619515 h 1019175"/>
                <a:gd name="T58" fmla="*/ 1680654 w 1762125"/>
                <a:gd name="T59" fmla="*/ 575774 h 1019175"/>
                <a:gd name="T60" fmla="*/ 1655275 w 1762125"/>
                <a:gd name="T61" fmla="*/ 533178 h 1019175"/>
                <a:gd name="T62" fmla="*/ 1627526 w 1762125"/>
                <a:gd name="T63" fmla="*/ 491728 h 1019175"/>
                <a:gd name="T64" fmla="*/ 1597405 w 1762125"/>
                <a:gd name="T65" fmla="*/ 451421 h 1019175"/>
                <a:gd name="T66" fmla="*/ 1564915 w 1762125"/>
                <a:gd name="T67" fmla="*/ 412257 h 1019175"/>
                <a:gd name="T68" fmla="*/ 1530053 w 1762125"/>
                <a:gd name="T69" fmla="*/ 374236 h 1019175"/>
                <a:gd name="T70" fmla="*/ 1492821 w 1762125"/>
                <a:gd name="T71" fmla="*/ 337355 h 1019175"/>
                <a:gd name="T72" fmla="*/ 1453218 w 1762125"/>
                <a:gd name="T73" fmla="*/ 301615 h 1019175"/>
                <a:gd name="T74" fmla="*/ 1411245 w 1762125"/>
                <a:gd name="T75" fmla="*/ 267015 h 1019175"/>
                <a:gd name="T76" fmla="*/ 1366901 w 1762125"/>
                <a:gd name="T77" fmla="*/ 233552 h 1019175"/>
                <a:gd name="T78" fmla="*/ 1330506 w 1762125"/>
                <a:gd name="T79" fmla="*/ 208323 h 1019175"/>
                <a:gd name="T80" fmla="*/ 1292864 w 1762125"/>
                <a:gd name="T81" fmla="*/ 184535 h 1019175"/>
                <a:gd name="T82" fmla="*/ 1253977 w 1762125"/>
                <a:gd name="T83" fmla="*/ 162189 h 1019175"/>
                <a:gd name="T84" fmla="*/ 1213843 w 1762125"/>
                <a:gd name="T85" fmla="*/ 141285 h 1019175"/>
                <a:gd name="T86" fmla="*/ 1172464 w 1762125"/>
                <a:gd name="T87" fmla="*/ 121822 h 1019175"/>
                <a:gd name="T88" fmla="*/ 1129839 w 1762125"/>
                <a:gd name="T89" fmla="*/ 103801 h 1019175"/>
                <a:gd name="T90" fmla="*/ 1085968 w 1762125"/>
                <a:gd name="T91" fmla="*/ 87221 h 1019175"/>
                <a:gd name="T92" fmla="*/ 1040851 w 1762125"/>
                <a:gd name="T93" fmla="*/ 72084 h 1019175"/>
                <a:gd name="T94" fmla="*/ 994489 w 1762125"/>
                <a:gd name="T95" fmla="*/ 58388 h 1019175"/>
                <a:gd name="T96" fmla="*/ 946882 w 1762125"/>
                <a:gd name="T97" fmla="*/ 46133 h 1019175"/>
                <a:gd name="T98" fmla="*/ 898029 w 1762125"/>
                <a:gd name="T99" fmla="*/ 35321 h 1019175"/>
                <a:gd name="T100" fmla="*/ 847931 w 1762125"/>
                <a:gd name="T101" fmla="*/ 25950 h 1019175"/>
                <a:gd name="T102" fmla="*/ 796589 w 1762125"/>
                <a:gd name="T103" fmla="*/ 18021 h 1019175"/>
                <a:gd name="T104" fmla="*/ 744002 w 1762125"/>
                <a:gd name="T105" fmla="*/ 11533 h 1019175"/>
                <a:gd name="T106" fmla="*/ 690170 w 1762125"/>
                <a:gd name="T107" fmla="*/ 6487 h 1019175"/>
                <a:gd name="T108" fmla="*/ 635093 w 1762125"/>
                <a:gd name="T109" fmla="*/ 2883 h 1019175"/>
                <a:gd name="T110" fmla="*/ 578773 w 1762125"/>
                <a:gd name="T111" fmla="*/ 720 h 1019175"/>
                <a:gd name="T112" fmla="*/ 521208 w 1762125"/>
                <a:gd name="T113" fmla="*/ 0 h 101917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762125" h="1019175">
                  <a:moveTo>
                    <a:pt x="521208" y="0"/>
                  </a:moveTo>
                  <a:lnTo>
                    <a:pt x="465760" y="583"/>
                  </a:lnTo>
                  <a:lnTo>
                    <a:pt x="411517" y="2331"/>
                  </a:lnTo>
                  <a:lnTo>
                    <a:pt x="358478" y="5244"/>
                  </a:lnTo>
                  <a:lnTo>
                    <a:pt x="306643" y="9320"/>
                  </a:lnTo>
                  <a:lnTo>
                    <a:pt x="256013" y="14559"/>
                  </a:lnTo>
                  <a:lnTo>
                    <a:pt x="206586" y="20959"/>
                  </a:lnTo>
                  <a:lnTo>
                    <a:pt x="158364" y="28519"/>
                  </a:lnTo>
                  <a:lnTo>
                    <a:pt x="111346" y="37239"/>
                  </a:lnTo>
                  <a:lnTo>
                    <a:pt x="65532" y="47116"/>
                  </a:lnTo>
                  <a:lnTo>
                    <a:pt x="0" y="65532"/>
                  </a:lnTo>
                  <a:lnTo>
                    <a:pt x="300863" y="859154"/>
                  </a:lnTo>
                  <a:lnTo>
                    <a:pt x="350900" y="830961"/>
                  </a:lnTo>
                  <a:lnTo>
                    <a:pt x="387145" y="817792"/>
                  </a:lnTo>
                  <a:lnTo>
                    <a:pt x="425211" y="808386"/>
                  </a:lnTo>
                  <a:lnTo>
                    <a:pt x="465111" y="802743"/>
                  </a:lnTo>
                  <a:lnTo>
                    <a:pt x="506857" y="800862"/>
                  </a:lnTo>
                  <a:lnTo>
                    <a:pt x="567039" y="803987"/>
                  </a:lnTo>
                  <a:lnTo>
                    <a:pt x="620791" y="813366"/>
                  </a:lnTo>
                  <a:lnTo>
                    <a:pt x="668111" y="829007"/>
                  </a:lnTo>
                  <a:lnTo>
                    <a:pt x="709000" y="850914"/>
                  </a:lnTo>
                  <a:lnTo>
                    <a:pt x="743458" y="879094"/>
                  </a:lnTo>
                  <a:lnTo>
                    <a:pt x="777589" y="922131"/>
                  </a:lnTo>
                  <a:lnTo>
                    <a:pt x="802004" y="973074"/>
                  </a:lnTo>
                  <a:lnTo>
                    <a:pt x="813435" y="1019175"/>
                  </a:lnTo>
                  <a:lnTo>
                    <a:pt x="1762125" y="776224"/>
                  </a:lnTo>
                  <a:lnTo>
                    <a:pt x="1742567" y="710438"/>
                  </a:lnTo>
                  <a:lnTo>
                    <a:pt x="1724300" y="664402"/>
                  </a:lnTo>
                  <a:lnTo>
                    <a:pt x="1703662" y="619515"/>
                  </a:lnTo>
                  <a:lnTo>
                    <a:pt x="1680654" y="575774"/>
                  </a:lnTo>
                  <a:lnTo>
                    <a:pt x="1655275" y="533178"/>
                  </a:lnTo>
                  <a:lnTo>
                    <a:pt x="1627526" y="491728"/>
                  </a:lnTo>
                  <a:lnTo>
                    <a:pt x="1597405" y="451421"/>
                  </a:lnTo>
                  <a:lnTo>
                    <a:pt x="1564915" y="412257"/>
                  </a:lnTo>
                  <a:lnTo>
                    <a:pt x="1530053" y="374236"/>
                  </a:lnTo>
                  <a:lnTo>
                    <a:pt x="1492821" y="337355"/>
                  </a:lnTo>
                  <a:lnTo>
                    <a:pt x="1453218" y="301615"/>
                  </a:lnTo>
                  <a:lnTo>
                    <a:pt x="1411245" y="267015"/>
                  </a:lnTo>
                  <a:lnTo>
                    <a:pt x="1366901" y="233552"/>
                  </a:lnTo>
                  <a:lnTo>
                    <a:pt x="1330506" y="208323"/>
                  </a:lnTo>
                  <a:lnTo>
                    <a:pt x="1292864" y="184535"/>
                  </a:lnTo>
                  <a:lnTo>
                    <a:pt x="1253977" y="162189"/>
                  </a:lnTo>
                  <a:lnTo>
                    <a:pt x="1213843" y="141285"/>
                  </a:lnTo>
                  <a:lnTo>
                    <a:pt x="1172464" y="121822"/>
                  </a:lnTo>
                  <a:lnTo>
                    <a:pt x="1129839" y="103801"/>
                  </a:lnTo>
                  <a:lnTo>
                    <a:pt x="1085968" y="87221"/>
                  </a:lnTo>
                  <a:lnTo>
                    <a:pt x="1040851" y="72084"/>
                  </a:lnTo>
                  <a:lnTo>
                    <a:pt x="994489" y="58388"/>
                  </a:lnTo>
                  <a:lnTo>
                    <a:pt x="946882" y="46133"/>
                  </a:lnTo>
                  <a:lnTo>
                    <a:pt x="898029" y="35321"/>
                  </a:lnTo>
                  <a:lnTo>
                    <a:pt x="847931" y="25950"/>
                  </a:lnTo>
                  <a:lnTo>
                    <a:pt x="796589" y="18021"/>
                  </a:lnTo>
                  <a:lnTo>
                    <a:pt x="744002" y="11533"/>
                  </a:lnTo>
                  <a:lnTo>
                    <a:pt x="690170" y="6487"/>
                  </a:lnTo>
                  <a:lnTo>
                    <a:pt x="635093" y="2883"/>
                  </a:lnTo>
                  <a:lnTo>
                    <a:pt x="578773" y="720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8221" name="object 8">
              <a:extLst>
                <a:ext uri="{FF2B5EF4-FFF2-40B4-BE49-F238E27FC236}">
                  <a16:creationId xmlns:a16="http://schemas.microsoft.com/office/drawing/2014/main" xmlns="" id="{4189F780-3A28-D345-1A08-6706F34EB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900" y="2190750"/>
              <a:ext cx="1162050" cy="1247775"/>
            </a:xfrm>
            <a:custGeom>
              <a:avLst/>
              <a:gdLst>
                <a:gd name="T0" fmla="*/ 828928 w 1162050"/>
                <a:gd name="T1" fmla="*/ 0 h 1247775"/>
                <a:gd name="T2" fmla="*/ 711962 w 1162050"/>
                <a:gd name="T3" fmla="*/ 42925 h 1247775"/>
                <a:gd name="T4" fmla="*/ 660884 w 1162050"/>
                <a:gd name="T5" fmla="*/ 66198 h 1247775"/>
                <a:gd name="T6" fmla="*/ 611934 w 1162050"/>
                <a:gd name="T7" fmla="*/ 91382 h 1247775"/>
                <a:gd name="T8" fmla="*/ 565111 w 1162050"/>
                <a:gd name="T9" fmla="*/ 118480 h 1247775"/>
                <a:gd name="T10" fmla="*/ 520411 w 1162050"/>
                <a:gd name="T11" fmla="*/ 147491 h 1247775"/>
                <a:gd name="T12" fmla="*/ 477833 w 1162050"/>
                <a:gd name="T13" fmla="*/ 178414 h 1247775"/>
                <a:gd name="T14" fmla="*/ 437375 w 1162050"/>
                <a:gd name="T15" fmla="*/ 211250 h 1247775"/>
                <a:gd name="T16" fmla="*/ 399034 w 1162050"/>
                <a:gd name="T17" fmla="*/ 245999 h 1247775"/>
                <a:gd name="T18" fmla="*/ 365007 w 1162050"/>
                <a:gd name="T19" fmla="*/ 279831 h 1247775"/>
                <a:gd name="T20" fmla="*/ 332462 w 1162050"/>
                <a:gd name="T21" fmla="*/ 314731 h 1247775"/>
                <a:gd name="T22" fmla="*/ 301396 w 1162050"/>
                <a:gd name="T23" fmla="*/ 350697 h 1247775"/>
                <a:gd name="T24" fmla="*/ 271812 w 1162050"/>
                <a:gd name="T25" fmla="*/ 387729 h 1247775"/>
                <a:gd name="T26" fmla="*/ 243709 w 1162050"/>
                <a:gd name="T27" fmla="*/ 425829 h 1247775"/>
                <a:gd name="T28" fmla="*/ 217086 w 1162050"/>
                <a:gd name="T29" fmla="*/ 464994 h 1247775"/>
                <a:gd name="T30" fmla="*/ 191945 w 1162050"/>
                <a:gd name="T31" fmla="*/ 505225 h 1247775"/>
                <a:gd name="T32" fmla="*/ 168286 w 1162050"/>
                <a:gd name="T33" fmla="*/ 546523 h 1247775"/>
                <a:gd name="T34" fmla="*/ 146108 w 1162050"/>
                <a:gd name="T35" fmla="*/ 588887 h 1247775"/>
                <a:gd name="T36" fmla="*/ 125412 w 1162050"/>
                <a:gd name="T37" fmla="*/ 632317 h 1247775"/>
                <a:gd name="T38" fmla="*/ 106198 w 1162050"/>
                <a:gd name="T39" fmla="*/ 676812 h 1247775"/>
                <a:gd name="T40" fmla="*/ 88467 w 1162050"/>
                <a:gd name="T41" fmla="*/ 722373 h 1247775"/>
                <a:gd name="T42" fmla="*/ 72218 w 1162050"/>
                <a:gd name="T43" fmla="*/ 769000 h 1247775"/>
                <a:gd name="T44" fmla="*/ 57451 w 1162050"/>
                <a:gd name="T45" fmla="*/ 816693 h 1247775"/>
                <a:gd name="T46" fmla="*/ 44168 w 1162050"/>
                <a:gd name="T47" fmla="*/ 865451 h 1247775"/>
                <a:gd name="T48" fmla="*/ 32367 w 1162050"/>
                <a:gd name="T49" fmla="*/ 915274 h 1247775"/>
                <a:gd name="T50" fmla="*/ 22050 w 1162050"/>
                <a:gd name="T51" fmla="*/ 966163 h 1247775"/>
                <a:gd name="T52" fmla="*/ 13216 w 1162050"/>
                <a:gd name="T53" fmla="*/ 1018117 h 1247775"/>
                <a:gd name="T54" fmla="*/ 5866 w 1162050"/>
                <a:gd name="T55" fmla="*/ 1071136 h 1247775"/>
                <a:gd name="T56" fmla="*/ 0 w 1162050"/>
                <a:gd name="T57" fmla="*/ 1125220 h 1247775"/>
                <a:gd name="T58" fmla="*/ 995679 w 1162050"/>
                <a:gd name="T59" fmla="*/ 1247775 h 1247775"/>
                <a:gd name="T60" fmla="*/ 1004151 w 1162050"/>
                <a:gd name="T61" fmla="*/ 1183606 h 1247775"/>
                <a:gd name="T62" fmla="*/ 1014748 w 1162050"/>
                <a:gd name="T63" fmla="*/ 1123857 h 1247775"/>
                <a:gd name="T64" fmla="*/ 1027472 w 1162050"/>
                <a:gd name="T65" fmla="*/ 1068526 h 1247775"/>
                <a:gd name="T66" fmla="*/ 1042321 w 1162050"/>
                <a:gd name="T67" fmla="*/ 1017609 h 1247775"/>
                <a:gd name="T68" fmla="*/ 1059297 w 1162050"/>
                <a:gd name="T69" fmla="*/ 971106 h 1247775"/>
                <a:gd name="T70" fmla="*/ 1078399 w 1162050"/>
                <a:gd name="T71" fmla="*/ 929014 h 1247775"/>
                <a:gd name="T72" fmla="*/ 1099627 w 1162050"/>
                <a:gd name="T73" fmla="*/ 891331 h 1247775"/>
                <a:gd name="T74" fmla="*/ 1122981 w 1162050"/>
                <a:gd name="T75" fmla="*/ 858054 h 1247775"/>
                <a:gd name="T76" fmla="*/ 1148461 w 1162050"/>
                <a:gd name="T77" fmla="*/ 829183 h 1247775"/>
                <a:gd name="T78" fmla="*/ 1162050 w 1162050"/>
                <a:gd name="T79" fmla="*/ 817879 h 1247775"/>
                <a:gd name="T80" fmla="*/ 828928 w 1162050"/>
                <a:gd name="T81" fmla="*/ 0 h 12477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162050" h="1247775">
                  <a:moveTo>
                    <a:pt x="828928" y="0"/>
                  </a:moveTo>
                  <a:lnTo>
                    <a:pt x="711962" y="42925"/>
                  </a:lnTo>
                  <a:lnTo>
                    <a:pt x="660884" y="66198"/>
                  </a:lnTo>
                  <a:lnTo>
                    <a:pt x="611934" y="91382"/>
                  </a:lnTo>
                  <a:lnTo>
                    <a:pt x="565111" y="118480"/>
                  </a:lnTo>
                  <a:lnTo>
                    <a:pt x="520411" y="147491"/>
                  </a:lnTo>
                  <a:lnTo>
                    <a:pt x="477833" y="178414"/>
                  </a:lnTo>
                  <a:lnTo>
                    <a:pt x="437375" y="211250"/>
                  </a:lnTo>
                  <a:lnTo>
                    <a:pt x="399034" y="245999"/>
                  </a:lnTo>
                  <a:lnTo>
                    <a:pt x="365007" y="279831"/>
                  </a:lnTo>
                  <a:lnTo>
                    <a:pt x="332462" y="314731"/>
                  </a:lnTo>
                  <a:lnTo>
                    <a:pt x="301396" y="350697"/>
                  </a:lnTo>
                  <a:lnTo>
                    <a:pt x="271812" y="387729"/>
                  </a:lnTo>
                  <a:lnTo>
                    <a:pt x="243709" y="425829"/>
                  </a:lnTo>
                  <a:lnTo>
                    <a:pt x="217086" y="464994"/>
                  </a:lnTo>
                  <a:lnTo>
                    <a:pt x="191945" y="505225"/>
                  </a:lnTo>
                  <a:lnTo>
                    <a:pt x="168286" y="546523"/>
                  </a:lnTo>
                  <a:lnTo>
                    <a:pt x="146108" y="588887"/>
                  </a:lnTo>
                  <a:lnTo>
                    <a:pt x="125412" y="632317"/>
                  </a:lnTo>
                  <a:lnTo>
                    <a:pt x="106198" y="676812"/>
                  </a:lnTo>
                  <a:lnTo>
                    <a:pt x="88467" y="722373"/>
                  </a:lnTo>
                  <a:lnTo>
                    <a:pt x="72218" y="769000"/>
                  </a:lnTo>
                  <a:lnTo>
                    <a:pt x="57451" y="816693"/>
                  </a:lnTo>
                  <a:lnTo>
                    <a:pt x="44168" y="865451"/>
                  </a:lnTo>
                  <a:lnTo>
                    <a:pt x="32367" y="915274"/>
                  </a:lnTo>
                  <a:lnTo>
                    <a:pt x="22050" y="966163"/>
                  </a:lnTo>
                  <a:lnTo>
                    <a:pt x="13216" y="1018117"/>
                  </a:lnTo>
                  <a:lnTo>
                    <a:pt x="5866" y="1071136"/>
                  </a:lnTo>
                  <a:lnTo>
                    <a:pt x="0" y="1125220"/>
                  </a:lnTo>
                  <a:lnTo>
                    <a:pt x="995679" y="1247775"/>
                  </a:lnTo>
                  <a:lnTo>
                    <a:pt x="1004151" y="1183606"/>
                  </a:lnTo>
                  <a:lnTo>
                    <a:pt x="1014748" y="1123857"/>
                  </a:lnTo>
                  <a:lnTo>
                    <a:pt x="1027472" y="1068526"/>
                  </a:lnTo>
                  <a:lnTo>
                    <a:pt x="1042321" y="1017609"/>
                  </a:lnTo>
                  <a:lnTo>
                    <a:pt x="1059297" y="971106"/>
                  </a:lnTo>
                  <a:lnTo>
                    <a:pt x="1078399" y="929014"/>
                  </a:lnTo>
                  <a:lnTo>
                    <a:pt x="1099627" y="891331"/>
                  </a:lnTo>
                  <a:lnTo>
                    <a:pt x="1122981" y="858054"/>
                  </a:lnTo>
                  <a:lnTo>
                    <a:pt x="1148461" y="829183"/>
                  </a:lnTo>
                  <a:lnTo>
                    <a:pt x="1162050" y="817879"/>
                  </a:lnTo>
                  <a:lnTo>
                    <a:pt x="828928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8222" name="object 9">
              <a:extLst>
                <a:ext uri="{FF2B5EF4-FFF2-40B4-BE49-F238E27FC236}">
                  <a16:creationId xmlns:a16="http://schemas.microsoft.com/office/drawing/2014/main" xmlns="" id="{219CB3E6-15A3-AB57-3B1F-7DD2D0971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5" y="2943224"/>
              <a:ext cx="1800225" cy="1724025"/>
            </a:xfrm>
            <a:custGeom>
              <a:avLst/>
              <a:gdLst>
                <a:gd name="T0" fmla="*/ 1798510 w 1800225"/>
                <a:gd name="T1" fmla="*/ 159854 h 1724025"/>
                <a:gd name="T2" fmla="*/ 1776857 w 1800225"/>
                <a:gd name="T3" fmla="*/ 0 h 1724025"/>
                <a:gd name="T4" fmla="*/ 817880 w 1800225"/>
                <a:gd name="T5" fmla="*/ 246888 h 1724025"/>
                <a:gd name="T6" fmla="*/ 790536 w 1800225"/>
                <a:gd name="T7" fmla="*/ 355434 h 1724025"/>
                <a:gd name="T8" fmla="*/ 741934 w 1800225"/>
                <a:gd name="T9" fmla="*/ 432155 h 1724025"/>
                <a:gd name="T10" fmla="*/ 669023 w 1800225"/>
                <a:gd name="T11" fmla="*/ 512343 h 1724025"/>
                <a:gd name="T12" fmla="*/ 620395 w 1800225"/>
                <a:gd name="T13" fmla="*/ 552450 h 1724025"/>
                <a:gd name="T14" fmla="*/ 533857 w 1800225"/>
                <a:gd name="T15" fmla="*/ 629691 h 1724025"/>
                <a:gd name="T16" fmla="*/ 433908 w 1800225"/>
                <a:gd name="T17" fmla="*/ 721233 h 1724025"/>
                <a:gd name="T18" fmla="*/ 349846 w 1800225"/>
                <a:gd name="T19" fmla="*/ 800963 h 1724025"/>
                <a:gd name="T20" fmla="*/ 281660 w 1800225"/>
                <a:gd name="T21" fmla="*/ 868908 h 1724025"/>
                <a:gd name="T22" fmla="*/ 209169 w 1800225"/>
                <a:gd name="T23" fmla="*/ 948690 h 1724025"/>
                <a:gd name="T24" fmla="*/ 145542 w 1800225"/>
                <a:gd name="T25" fmla="*/ 1036104 h 1724025"/>
                <a:gd name="T26" fmla="*/ 93345 w 1800225"/>
                <a:gd name="T27" fmla="*/ 1129423 h 1724025"/>
                <a:gd name="T28" fmla="*/ 52578 w 1800225"/>
                <a:gd name="T29" fmla="*/ 1228598 h 1724025"/>
                <a:gd name="T30" fmla="*/ 29565 w 1800225"/>
                <a:gd name="T31" fmla="*/ 1311059 h 1724025"/>
                <a:gd name="T32" fmla="*/ 13131 w 1800225"/>
                <a:gd name="T33" fmla="*/ 1405089 h 1724025"/>
                <a:gd name="T34" fmla="*/ 3276 w 1800225"/>
                <a:gd name="T35" fmla="*/ 1510652 h 1724025"/>
                <a:gd name="T36" fmla="*/ 0 w 1800225"/>
                <a:gd name="T37" fmla="*/ 1627759 h 1724025"/>
                <a:gd name="T38" fmla="*/ 908431 w 1800225"/>
                <a:gd name="T39" fmla="*/ 1724025 h 1724025"/>
                <a:gd name="T40" fmla="*/ 913587 w 1800225"/>
                <a:gd name="T41" fmla="*/ 1617218 h 1724025"/>
                <a:gd name="T42" fmla="*/ 929093 w 1800225"/>
                <a:gd name="T43" fmla="*/ 1522564 h 1724025"/>
                <a:gd name="T44" fmla="*/ 954976 w 1800225"/>
                <a:gd name="T45" fmla="*/ 1440116 h 1724025"/>
                <a:gd name="T46" fmla="*/ 1008710 w 1800225"/>
                <a:gd name="T47" fmla="*/ 1344917 h 1724025"/>
                <a:gd name="T48" fmla="*/ 1063231 w 1800225"/>
                <a:gd name="T49" fmla="*/ 1278470 h 1724025"/>
                <a:gd name="T50" fmla="*/ 1135380 w 1800225"/>
                <a:gd name="T51" fmla="*/ 1204125 h 1724025"/>
                <a:gd name="T52" fmla="*/ 1225118 w 1800225"/>
                <a:gd name="T53" fmla="*/ 1121918 h 1724025"/>
                <a:gd name="T54" fmla="*/ 1288796 w 1800225"/>
                <a:gd name="T55" fmla="*/ 1076325 h 1724025"/>
                <a:gd name="T56" fmla="*/ 1358836 w 1800225"/>
                <a:gd name="T57" fmla="*/ 1014984 h 1724025"/>
                <a:gd name="T58" fmla="*/ 1448358 w 1800225"/>
                <a:gd name="T59" fmla="*/ 930973 h 1724025"/>
                <a:gd name="T60" fmla="*/ 1525981 w 1800225"/>
                <a:gd name="T61" fmla="*/ 851484 h 1724025"/>
                <a:gd name="T62" fmla="*/ 1591678 w 1800225"/>
                <a:gd name="T63" fmla="*/ 776490 h 1724025"/>
                <a:gd name="T64" fmla="*/ 1645462 w 1800225"/>
                <a:gd name="T65" fmla="*/ 705993 h 1724025"/>
                <a:gd name="T66" fmla="*/ 1711020 w 1800225"/>
                <a:gd name="T67" fmla="*/ 595274 h 1724025"/>
                <a:gd name="T68" fmla="*/ 1750060 w 1800225"/>
                <a:gd name="T69" fmla="*/ 504748 h 1724025"/>
                <a:gd name="T70" fmla="*/ 1777936 w 1800225"/>
                <a:gd name="T71" fmla="*/ 412699 h 1724025"/>
                <a:gd name="T72" fmla="*/ 1794649 w 1800225"/>
                <a:gd name="T73" fmla="*/ 319125 h 1724025"/>
                <a:gd name="T74" fmla="*/ 1800225 w 1800225"/>
                <a:gd name="T75" fmla="*/ 224028 h 172402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00225" h="1724025">
                  <a:moveTo>
                    <a:pt x="1800225" y="224028"/>
                  </a:moveTo>
                  <a:lnTo>
                    <a:pt x="1798510" y="159854"/>
                  </a:lnTo>
                  <a:lnTo>
                    <a:pt x="1793367" y="97282"/>
                  </a:lnTo>
                  <a:lnTo>
                    <a:pt x="1776857" y="0"/>
                  </a:lnTo>
                  <a:lnTo>
                    <a:pt x="817626" y="242824"/>
                  </a:lnTo>
                  <a:lnTo>
                    <a:pt x="817880" y="246888"/>
                  </a:lnTo>
                  <a:lnTo>
                    <a:pt x="814832" y="282194"/>
                  </a:lnTo>
                  <a:lnTo>
                    <a:pt x="790536" y="355434"/>
                  </a:lnTo>
                  <a:lnTo>
                    <a:pt x="769277" y="393357"/>
                  </a:lnTo>
                  <a:lnTo>
                    <a:pt x="741934" y="432155"/>
                  </a:lnTo>
                  <a:lnTo>
                    <a:pt x="708520" y="471817"/>
                  </a:lnTo>
                  <a:lnTo>
                    <a:pt x="669023" y="512343"/>
                  </a:lnTo>
                  <a:lnTo>
                    <a:pt x="622719" y="554266"/>
                  </a:lnTo>
                  <a:lnTo>
                    <a:pt x="620395" y="552450"/>
                  </a:lnTo>
                  <a:lnTo>
                    <a:pt x="589788" y="579501"/>
                  </a:lnTo>
                  <a:lnTo>
                    <a:pt x="533857" y="629691"/>
                  </a:lnTo>
                  <a:lnTo>
                    <a:pt x="481901" y="676935"/>
                  </a:lnTo>
                  <a:lnTo>
                    <a:pt x="433908" y="721233"/>
                  </a:lnTo>
                  <a:lnTo>
                    <a:pt x="389890" y="762571"/>
                  </a:lnTo>
                  <a:lnTo>
                    <a:pt x="349846" y="800963"/>
                  </a:lnTo>
                  <a:lnTo>
                    <a:pt x="313766" y="836409"/>
                  </a:lnTo>
                  <a:lnTo>
                    <a:pt x="281660" y="868908"/>
                  </a:lnTo>
                  <a:lnTo>
                    <a:pt x="253530" y="898448"/>
                  </a:lnTo>
                  <a:lnTo>
                    <a:pt x="209169" y="948690"/>
                  </a:lnTo>
                  <a:lnTo>
                    <a:pt x="175920" y="991666"/>
                  </a:lnTo>
                  <a:lnTo>
                    <a:pt x="145542" y="1036104"/>
                  </a:lnTo>
                  <a:lnTo>
                    <a:pt x="118008" y="1082027"/>
                  </a:lnTo>
                  <a:lnTo>
                    <a:pt x="93345" y="1129423"/>
                  </a:lnTo>
                  <a:lnTo>
                    <a:pt x="71526" y="1178280"/>
                  </a:lnTo>
                  <a:lnTo>
                    <a:pt x="52578" y="1228598"/>
                  </a:lnTo>
                  <a:lnTo>
                    <a:pt x="40246" y="1268387"/>
                  </a:lnTo>
                  <a:lnTo>
                    <a:pt x="29565" y="1311059"/>
                  </a:lnTo>
                  <a:lnTo>
                    <a:pt x="20535" y="1356626"/>
                  </a:lnTo>
                  <a:lnTo>
                    <a:pt x="13131" y="1405089"/>
                  </a:lnTo>
                  <a:lnTo>
                    <a:pt x="7391" y="1456423"/>
                  </a:lnTo>
                  <a:lnTo>
                    <a:pt x="3276" y="1510652"/>
                  </a:lnTo>
                  <a:lnTo>
                    <a:pt x="812" y="1567764"/>
                  </a:lnTo>
                  <a:lnTo>
                    <a:pt x="0" y="1627759"/>
                  </a:lnTo>
                  <a:lnTo>
                    <a:pt x="0" y="1724025"/>
                  </a:lnTo>
                  <a:lnTo>
                    <a:pt x="908431" y="1724025"/>
                  </a:lnTo>
                  <a:lnTo>
                    <a:pt x="909713" y="1669110"/>
                  </a:lnTo>
                  <a:lnTo>
                    <a:pt x="913587" y="1617218"/>
                  </a:lnTo>
                  <a:lnTo>
                    <a:pt x="920051" y="1568373"/>
                  </a:lnTo>
                  <a:lnTo>
                    <a:pt x="929093" y="1522564"/>
                  </a:lnTo>
                  <a:lnTo>
                    <a:pt x="940739" y="1479816"/>
                  </a:lnTo>
                  <a:lnTo>
                    <a:pt x="954976" y="1440116"/>
                  </a:lnTo>
                  <a:lnTo>
                    <a:pt x="971804" y="1403477"/>
                  </a:lnTo>
                  <a:lnTo>
                    <a:pt x="1008710" y="1344917"/>
                  </a:lnTo>
                  <a:lnTo>
                    <a:pt x="1033780" y="1312684"/>
                  </a:lnTo>
                  <a:lnTo>
                    <a:pt x="1063231" y="1278470"/>
                  </a:lnTo>
                  <a:lnTo>
                    <a:pt x="1097102" y="1242288"/>
                  </a:lnTo>
                  <a:lnTo>
                    <a:pt x="1135380" y="1204125"/>
                  </a:lnTo>
                  <a:lnTo>
                    <a:pt x="1178052" y="1164005"/>
                  </a:lnTo>
                  <a:lnTo>
                    <a:pt x="1225118" y="1121918"/>
                  </a:lnTo>
                  <a:lnTo>
                    <a:pt x="1283360" y="1072121"/>
                  </a:lnTo>
                  <a:lnTo>
                    <a:pt x="1288796" y="1076325"/>
                  </a:lnTo>
                  <a:lnTo>
                    <a:pt x="1309624" y="1058672"/>
                  </a:lnTo>
                  <a:lnTo>
                    <a:pt x="1358836" y="1014984"/>
                  </a:lnTo>
                  <a:lnTo>
                    <a:pt x="1405089" y="972413"/>
                  </a:lnTo>
                  <a:lnTo>
                    <a:pt x="1448358" y="930973"/>
                  </a:lnTo>
                  <a:lnTo>
                    <a:pt x="1488655" y="890663"/>
                  </a:lnTo>
                  <a:lnTo>
                    <a:pt x="1525981" y="851484"/>
                  </a:lnTo>
                  <a:lnTo>
                    <a:pt x="1560322" y="813435"/>
                  </a:lnTo>
                  <a:lnTo>
                    <a:pt x="1591678" y="776490"/>
                  </a:lnTo>
                  <a:lnTo>
                    <a:pt x="1620062" y="740689"/>
                  </a:lnTo>
                  <a:lnTo>
                    <a:pt x="1645462" y="705993"/>
                  </a:lnTo>
                  <a:lnTo>
                    <a:pt x="1667878" y="672414"/>
                  </a:lnTo>
                  <a:lnTo>
                    <a:pt x="1711020" y="595274"/>
                  </a:lnTo>
                  <a:lnTo>
                    <a:pt x="1731937" y="550202"/>
                  </a:lnTo>
                  <a:lnTo>
                    <a:pt x="1750060" y="504748"/>
                  </a:lnTo>
                  <a:lnTo>
                    <a:pt x="1765388" y="458914"/>
                  </a:lnTo>
                  <a:lnTo>
                    <a:pt x="1777936" y="412699"/>
                  </a:lnTo>
                  <a:lnTo>
                    <a:pt x="1787677" y="366102"/>
                  </a:lnTo>
                  <a:lnTo>
                    <a:pt x="1794649" y="319125"/>
                  </a:lnTo>
                  <a:lnTo>
                    <a:pt x="1798828" y="271767"/>
                  </a:lnTo>
                  <a:lnTo>
                    <a:pt x="1800225" y="224028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8223" name="object 10">
              <a:extLst>
                <a:ext uri="{FF2B5EF4-FFF2-40B4-BE49-F238E27FC236}">
                  <a16:creationId xmlns:a16="http://schemas.microsoft.com/office/drawing/2014/main" xmlns="" id="{4DD8B21C-464C-629F-410C-B1513554D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300" y="4791075"/>
              <a:ext cx="971550" cy="914400"/>
            </a:xfrm>
            <a:custGeom>
              <a:avLst/>
              <a:gdLst>
                <a:gd name="T0" fmla="*/ 436117 w 971550"/>
                <a:gd name="T1" fmla="*/ 2360 h 914400"/>
                <a:gd name="T2" fmla="*/ 341343 w 971550"/>
                <a:gd name="T3" fmla="*/ 20557 h 914400"/>
                <a:gd name="T4" fmla="*/ 254253 w 971550"/>
                <a:gd name="T5" fmla="*/ 55187 h 914400"/>
                <a:gd name="T6" fmla="*/ 176802 w 971550"/>
                <a:gd name="T7" fmla="*/ 104411 h 914400"/>
                <a:gd name="T8" fmla="*/ 110947 w 971550"/>
                <a:gd name="T9" fmla="*/ 166390 h 914400"/>
                <a:gd name="T10" fmla="*/ 58642 w 971550"/>
                <a:gd name="T11" fmla="*/ 239283 h 914400"/>
                <a:gd name="T12" fmla="*/ 21844 w 971550"/>
                <a:gd name="T13" fmla="*/ 321253 h 914400"/>
                <a:gd name="T14" fmla="*/ 2508 w 971550"/>
                <a:gd name="T15" fmla="*/ 410458 h 914400"/>
                <a:gd name="T16" fmla="*/ 2508 w 971550"/>
                <a:gd name="T17" fmla="*/ 503941 h 914400"/>
                <a:gd name="T18" fmla="*/ 21844 w 971550"/>
                <a:gd name="T19" fmla="*/ 593146 h 914400"/>
                <a:gd name="T20" fmla="*/ 58642 w 971550"/>
                <a:gd name="T21" fmla="*/ 675116 h 914400"/>
                <a:gd name="T22" fmla="*/ 110947 w 971550"/>
                <a:gd name="T23" fmla="*/ 748009 h 914400"/>
                <a:gd name="T24" fmla="*/ 176802 w 971550"/>
                <a:gd name="T25" fmla="*/ 809988 h 914400"/>
                <a:gd name="T26" fmla="*/ 254253 w 971550"/>
                <a:gd name="T27" fmla="*/ 859212 h 914400"/>
                <a:gd name="T28" fmla="*/ 341343 w 971550"/>
                <a:gd name="T29" fmla="*/ 893842 h 914400"/>
                <a:gd name="T30" fmla="*/ 436117 w 971550"/>
                <a:gd name="T31" fmla="*/ 912039 h 914400"/>
                <a:gd name="T32" fmla="*/ 535432 w 971550"/>
                <a:gd name="T33" fmla="*/ 912039 h 914400"/>
                <a:gd name="T34" fmla="*/ 630206 w 971550"/>
                <a:gd name="T35" fmla="*/ 893842 h 914400"/>
                <a:gd name="T36" fmla="*/ 717296 w 971550"/>
                <a:gd name="T37" fmla="*/ 859212 h 914400"/>
                <a:gd name="T38" fmla="*/ 794747 w 971550"/>
                <a:gd name="T39" fmla="*/ 809988 h 914400"/>
                <a:gd name="T40" fmla="*/ 860602 w 971550"/>
                <a:gd name="T41" fmla="*/ 748009 h 914400"/>
                <a:gd name="T42" fmla="*/ 912907 w 971550"/>
                <a:gd name="T43" fmla="*/ 675116 h 914400"/>
                <a:gd name="T44" fmla="*/ 949705 w 971550"/>
                <a:gd name="T45" fmla="*/ 593146 h 914400"/>
                <a:gd name="T46" fmla="*/ 969041 w 971550"/>
                <a:gd name="T47" fmla="*/ 503941 h 914400"/>
                <a:gd name="T48" fmla="*/ 969041 w 971550"/>
                <a:gd name="T49" fmla="*/ 410458 h 914400"/>
                <a:gd name="T50" fmla="*/ 949705 w 971550"/>
                <a:gd name="T51" fmla="*/ 321253 h 914400"/>
                <a:gd name="T52" fmla="*/ 912907 w 971550"/>
                <a:gd name="T53" fmla="*/ 239283 h 914400"/>
                <a:gd name="T54" fmla="*/ 860602 w 971550"/>
                <a:gd name="T55" fmla="*/ 166390 h 914400"/>
                <a:gd name="T56" fmla="*/ 794747 w 971550"/>
                <a:gd name="T57" fmla="*/ 104411 h 914400"/>
                <a:gd name="T58" fmla="*/ 717296 w 971550"/>
                <a:gd name="T59" fmla="*/ 55187 h 914400"/>
                <a:gd name="T60" fmla="*/ 630206 w 971550"/>
                <a:gd name="T61" fmla="*/ 20557 h 914400"/>
                <a:gd name="T62" fmla="*/ 535432 w 971550"/>
                <a:gd name="T63" fmla="*/ 2360 h 9144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71550" h="914400">
                  <a:moveTo>
                    <a:pt x="485775" y="0"/>
                  </a:moveTo>
                  <a:lnTo>
                    <a:pt x="436117" y="2360"/>
                  </a:lnTo>
                  <a:lnTo>
                    <a:pt x="387892" y="9289"/>
                  </a:lnTo>
                  <a:lnTo>
                    <a:pt x="341343" y="20557"/>
                  </a:lnTo>
                  <a:lnTo>
                    <a:pt x="296715" y="35933"/>
                  </a:lnTo>
                  <a:lnTo>
                    <a:pt x="254253" y="55187"/>
                  </a:lnTo>
                  <a:lnTo>
                    <a:pt x="214200" y="78090"/>
                  </a:lnTo>
                  <a:lnTo>
                    <a:pt x="176802" y="104411"/>
                  </a:lnTo>
                  <a:lnTo>
                    <a:pt x="142303" y="133921"/>
                  </a:lnTo>
                  <a:lnTo>
                    <a:pt x="110947" y="166390"/>
                  </a:lnTo>
                  <a:lnTo>
                    <a:pt x="82979" y="201587"/>
                  </a:lnTo>
                  <a:lnTo>
                    <a:pt x="58642" y="239283"/>
                  </a:lnTo>
                  <a:lnTo>
                    <a:pt x="38183" y="279249"/>
                  </a:lnTo>
                  <a:lnTo>
                    <a:pt x="21844" y="321253"/>
                  </a:lnTo>
                  <a:lnTo>
                    <a:pt x="9871" y="365066"/>
                  </a:lnTo>
                  <a:lnTo>
                    <a:pt x="2508" y="410458"/>
                  </a:lnTo>
                  <a:lnTo>
                    <a:pt x="0" y="457200"/>
                  </a:lnTo>
                  <a:lnTo>
                    <a:pt x="2508" y="503941"/>
                  </a:lnTo>
                  <a:lnTo>
                    <a:pt x="9871" y="549333"/>
                  </a:lnTo>
                  <a:lnTo>
                    <a:pt x="21844" y="593146"/>
                  </a:lnTo>
                  <a:lnTo>
                    <a:pt x="38183" y="635150"/>
                  </a:lnTo>
                  <a:lnTo>
                    <a:pt x="58642" y="675116"/>
                  </a:lnTo>
                  <a:lnTo>
                    <a:pt x="82979" y="712812"/>
                  </a:lnTo>
                  <a:lnTo>
                    <a:pt x="110947" y="748009"/>
                  </a:lnTo>
                  <a:lnTo>
                    <a:pt x="142303" y="780478"/>
                  </a:lnTo>
                  <a:lnTo>
                    <a:pt x="176802" y="809988"/>
                  </a:lnTo>
                  <a:lnTo>
                    <a:pt x="214200" y="836309"/>
                  </a:lnTo>
                  <a:lnTo>
                    <a:pt x="254253" y="859212"/>
                  </a:lnTo>
                  <a:lnTo>
                    <a:pt x="296715" y="878466"/>
                  </a:lnTo>
                  <a:lnTo>
                    <a:pt x="341343" y="893842"/>
                  </a:lnTo>
                  <a:lnTo>
                    <a:pt x="387892" y="905110"/>
                  </a:lnTo>
                  <a:lnTo>
                    <a:pt x="436117" y="912039"/>
                  </a:lnTo>
                  <a:lnTo>
                    <a:pt x="485775" y="914400"/>
                  </a:lnTo>
                  <a:lnTo>
                    <a:pt x="535432" y="912039"/>
                  </a:lnTo>
                  <a:lnTo>
                    <a:pt x="583657" y="905110"/>
                  </a:lnTo>
                  <a:lnTo>
                    <a:pt x="630206" y="893842"/>
                  </a:lnTo>
                  <a:lnTo>
                    <a:pt x="674834" y="878466"/>
                  </a:lnTo>
                  <a:lnTo>
                    <a:pt x="717296" y="859212"/>
                  </a:lnTo>
                  <a:lnTo>
                    <a:pt x="757349" y="836309"/>
                  </a:lnTo>
                  <a:lnTo>
                    <a:pt x="794747" y="809988"/>
                  </a:lnTo>
                  <a:lnTo>
                    <a:pt x="829246" y="780478"/>
                  </a:lnTo>
                  <a:lnTo>
                    <a:pt x="860602" y="748009"/>
                  </a:lnTo>
                  <a:lnTo>
                    <a:pt x="888570" y="712812"/>
                  </a:lnTo>
                  <a:lnTo>
                    <a:pt x="912907" y="675116"/>
                  </a:lnTo>
                  <a:lnTo>
                    <a:pt x="933366" y="635150"/>
                  </a:lnTo>
                  <a:lnTo>
                    <a:pt x="949705" y="593146"/>
                  </a:lnTo>
                  <a:lnTo>
                    <a:pt x="961678" y="549333"/>
                  </a:lnTo>
                  <a:lnTo>
                    <a:pt x="969041" y="503941"/>
                  </a:lnTo>
                  <a:lnTo>
                    <a:pt x="971550" y="457200"/>
                  </a:lnTo>
                  <a:lnTo>
                    <a:pt x="969041" y="410458"/>
                  </a:lnTo>
                  <a:lnTo>
                    <a:pt x="961678" y="365066"/>
                  </a:lnTo>
                  <a:lnTo>
                    <a:pt x="949705" y="321253"/>
                  </a:lnTo>
                  <a:lnTo>
                    <a:pt x="933366" y="279249"/>
                  </a:lnTo>
                  <a:lnTo>
                    <a:pt x="912907" y="239283"/>
                  </a:lnTo>
                  <a:lnTo>
                    <a:pt x="888570" y="201587"/>
                  </a:lnTo>
                  <a:lnTo>
                    <a:pt x="860602" y="166390"/>
                  </a:lnTo>
                  <a:lnTo>
                    <a:pt x="829246" y="133921"/>
                  </a:lnTo>
                  <a:lnTo>
                    <a:pt x="794747" y="104411"/>
                  </a:lnTo>
                  <a:lnTo>
                    <a:pt x="757349" y="78090"/>
                  </a:lnTo>
                  <a:lnTo>
                    <a:pt x="717296" y="55187"/>
                  </a:lnTo>
                  <a:lnTo>
                    <a:pt x="674834" y="35933"/>
                  </a:lnTo>
                  <a:lnTo>
                    <a:pt x="630206" y="20557"/>
                  </a:lnTo>
                  <a:lnTo>
                    <a:pt x="583657" y="9289"/>
                  </a:lnTo>
                  <a:lnTo>
                    <a:pt x="535432" y="2360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00A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8224" name="object 11">
              <a:extLst>
                <a:ext uri="{FF2B5EF4-FFF2-40B4-BE49-F238E27FC236}">
                  <a16:creationId xmlns:a16="http://schemas.microsoft.com/office/drawing/2014/main" xmlns="" id="{A0E10E15-79CB-DC73-37A1-91BF8EEF0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613" y="2669341"/>
              <a:ext cx="606425" cy="591185"/>
            </a:xfrm>
            <a:custGeom>
              <a:avLst/>
              <a:gdLst>
                <a:gd name="T0" fmla="*/ 260851 w 606425"/>
                <a:gd name="T1" fmla="*/ 352086 h 591185"/>
                <a:gd name="T2" fmla="*/ 260570 w 606425"/>
                <a:gd name="T3" fmla="*/ 499847 h 591185"/>
                <a:gd name="T4" fmla="*/ 195268 w 606425"/>
                <a:gd name="T5" fmla="*/ 557577 h 591185"/>
                <a:gd name="T6" fmla="*/ 293057 w 606425"/>
                <a:gd name="T7" fmla="*/ 590564 h 591185"/>
                <a:gd name="T8" fmla="*/ 293431 w 606425"/>
                <a:gd name="T9" fmla="*/ 352086 h 591185"/>
                <a:gd name="T10" fmla="*/ 472336 w 606425"/>
                <a:gd name="T11" fmla="*/ 266978 h 591185"/>
                <a:gd name="T12" fmla="*/ 407144 w 606425"/>
                <a:gd name="T13" fmla="*/ 466860 h 591185"/>
                <a:gd name="T14" fmla="*/ 504932 w 606425"/>
                <a:gd name="T15" fmla="*/ 499848 h 591185"/>
                <a:gd name="T16" fmla="*/ 603333 w 606425"/>
                <a:gd name="T17" fmla="*/ 210086 h 591185"/>
                <a:gd name="T18" fmla="*/ 470185 w 606425"/>
                <a:gd name="T19" fmla="*/ 227041 h 591185"/>
                <a:gd name="T20" fmla="*/ 235828 w 606425"/>
                <a:gd name="T21" fmla="*/ 361751 h 591185"/>
                <a:gd name="T22" fmla="*/ 293431 w 606425"/>
                <a:gd name="T23" fmla="*/ 352086 h 591185"/>
                <a:gd name="T24" fmla="*/ 472336 w 606425"/>
                <a:gd name="T25" fmla="*/ 266978 h 591185"/>
                <a:gd name="T26" fmla="*/ 504932 w 606425"/>
                <a:gd name="T27" fmla="*/ 237366 h 591185"/>
                <a:gd name="T28" fmla="*/ 605242 w 606425"/>
                <a:gd name="T29" fmla="*/ 232803 h 591185"/>
                <a:gd name="T30" fmla="*/ 603426 w 606425"/>
                <a:gd name="T31" fmla="*/ 210383 h 591185"/>
                <a:gd name="T32" fmla="*/ 546432 w 606425"/>
                <a:gd name="T33" fmla="*/ 65887 h 591185"/>
                <a:gd name="T34" fmla="*/ 236719 w 606425"/>
                <a:gd name="T35" fmla="*/ 127742 h 591185"/>
                <a:gd name="T36" fmla="*/ 184044 w 606425"/>
                <a:gd name="T37" fmla="*/ 205478 h 591185"/>
                <a:gd name="T38" fmla="*/ 182305 w 606425"/>
                <a:gd name="T39" fmla="*/ 210382 h 591185"/>
                <a:gd name="T40" fmla="*/ 28038 w 606425"/>
                <a:gd name="T41" fmla="*/ 293962 h 591185"/>
                <a:gd name="T42" fmla="*/ 6427 w 606425"/>
                <a:gd name="T43" fmla="*/ 306572 h 591185"/>
                <a:gd name="T44" fmla="*/ 469 w 606425"/>
                <a:gd name="T45" fmla="*/ 323474 h 591185"/>
                <a:gd name="T46" fmla="*/ 3607 w 606425"/>
                <a:gd name="T47" fmla="*/ 342366 h 591185"/>
                <a:gd name="T48" fmla="*/ 20630 w 606425"/>
                <a:gd name="T49" fmla="*/ 357477 h 591185"/>
                <a:gd name="T50" fmla="*/ 34410 w 606425"/>
                <a:gd name="T51" fmla="*/ 359651 h 591185"/>
                <a:gd name="T52" fmla="*/ 240902 w 606425"/>
                <a:gd name="T53" fmla="*/ 242424 h 591185"/>
                <a:gd name="T54" fmla="*/ 603333 w 606425"/>
                <a:gd name="T55" fmla="*/ 210086 h 591185"/>
                <a:gd name="T56" fmla="*/ 594615 w 606425"/>
                <a:gd name="T57" fmla="*/ 197956 h 591185"/>
                <a:gd name="T58" fmla="*/ 464655 w 606425"/>
                <a:gd name="T59" fmla="*/ 156635 h 591185"/>
                <a:gd name="T60" fmla="*/ 397604 w 606425"/>
                <a:gd name="T61" fmla="*/ 85184 h 591185"/>
                <a:gd name="T62" fmla="*/ 570038 w 606425"/>
                <a:gd name="T63" fmla="*/ 84032 h 591185"/>
                <a:gd name="T64" fmla="*/ 551317 w 606425"/>
                <a:gd name="T65" fmla="*/ 67536 h 591185"/>
                <a:gd name="T66" fmla="*/ 602864 w 606425"/>
                <a:gd name="T67" fmla="*/ 237366 h 591185"/>
                <a:gd name="T68" fmla="*/ 564768 w 606425"/>
                <a:gd name="T69" fmla="*/ 255147 h 591185"/>
                <a:gd name="T70" fmla="*/ 589577 w 606425"/>
                <a:gd name="T71" fmla="*/ 252461 h 591185"/>
                <a:gd name="T72" fmla="*/ 602864 w 606425"/>
                <a:gd name="T73" fmla="*/ 237366 h 591185"/>
                <a:gd name="T74" fmla="*/ 340364 w 606425"/>
                <a:gd name="T75" fmla="*/ 156635 h 591185"/>
                <a:gd name="T76" fmla="*/ 419095 w 606425"/>
                <a:gd name="T77" fmla="*/ 143099 h 591185"/>
                <a:gd name="T78" fmla="*/ 349122 w 606425"/>
                <a:gd name="T79" fmla="*/ 0 h 591185"/>
                <a:gd name="T80" fmla="*/ 125685 w 606425"/>
                <a:gd name="T81" fmla="*/ 85019 h 591185"/>
                <a:gd name="T82" fmla="*/ 120330 w 606425"/>
                <a:gd name="T83" fmla="*/ 121091 h 591185"/>
                <a:gd name="T84" fmla="*/ 128108 w 606425"/>
                <a:gd name="T85" fmla="*/ 131665 h 591185"/>
                <a:gd name="T86" fmla="*/ 151541 w 606425"/>
                <a:gd name="T87" fmla="*/ 140075 h 591185"/>
                <a:gd name="T88" fmla="*/ 174080 w 606425"/>
                <a:gd name="T89" fmla="*/ 129233 h 591185"/>
                <a:gd name="T90" fmla="*/ 546432 w 606425"/>
                <a:gd name="T91" fmla="*/ 65887 h 591185"/>
                <a:gd name="T92" fmla="*/ 352392 w 606425"/>
                <a:gd name="T93" fmla="*/ 472 h 591185"/>
                <a:gd name="T94" fmla="*/ 349122 w 606425"/>
                <a:gd name="T95" fmla="*/ 0 h 591185"/>
                <a:gd name="T96" fmla="*/ 397604 w 606425"/>
                <a:gd name="T97" fmla="*/ 85184 h 591185"/>
                <a:gd name="T98" fmla="*/ 543548 w 606425"/>
                <a:gd name="T99" fmla="*/ 131665 h 591185"/>
                <a:gd name="T100" fmla="*/ 573380 w 606425"/>
                <a:gd name="T101" fmla="*/ 96152 h 59118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06425" h="591185">
                  <a:moveTo>
                    <a:pt x="293431" y="352086"/>
                  </a:moveTo>
                  <a:lnTo>
                    <a:pt x="260851" y="352086"/>
                  </a:lnTo>
                  <a:lnTo>
                    <a:pt x="260633" y="466860"/>
                  </a:lnTo>
                  <a:lnTo>
                    <a:pt x="260570" y="499847"/>
                  </a:lnTo>
                  <a:lnTo>
                    <a:pt x="260460" y="557577"/>
                  </a:lnTo>
                  <a:lnTo>
                    <a:pt x="195268" y="557577"/>
                  </a:lnTo>
                  <a:lnTo>
                    <a:pt x="195268" y="590564"/>
                  </a:lnTo>
                  <a:lnTo>
                    <a:pt x="293057" y="590564"/>
                  </a:lnTo>
                  <a:lnTo>
                    <a:pt x="293416" y="361751"/>
                  </a:lnTo>
                  <a:lnTo>
                    <a:pt x="293431" y="352086"/>
                  </a:lnTo>
                  <a:close/>
                </a:path>
                <a:path w="606425" h="591185">
                  <a:moveTo>
                    <a:pt x="504932" y="266978"/>
                  </a:moveTo>
                  <a:lnTo>
                    <a:pt x="472336" y="266978"/>
                  </a:lnTo>
                  <a:lnTo>
                    <a:pt x="472336" y="466860"/>
                  </a:lnTo>
                  <a:lnTo>
                    <a:pt x="407144" y="466860"/>
                  </a:lnTo>
                  <a:lnTo>
                    <a:pt x="407144" y="499847"/>
                  </a:lnTo>
                  <a:lnTo>
                    <a:pt x="504932" y="499848"/>
                  </a:lnTo>
                  <a:lnTo>
                    <a:pt x="504932" y="266978"/>
                  </a:lnTo>
                  <a:close/>
                </a:path>
                <a:path w="606425" h="591185">
                  <a:moveTo>
                    <a:pt x="603333" y="210086"/>
                  </a:moveTo>
                  <a:lnTo>
                    <a:pt x="413141" y="210086"/>
                  </a:lnTo>
                  <a:lnTo>
                    <a:pt x="470185" y="227041"/>
                  </a:lnTo>
                  <a:lnTo>
                    <a:pt x="235926" y="323474"/>
                  </a:lnTo>
                  <a:lnTo>
                    <a:pt x="235828" y="361751"/>
                  </a:lnTo>
                  <a:lnTo>
                    <a:pt x="260851" y="352086"/>
                  </a:lnTo>
                  <a:lnTo>
                    <a:pt x="293431" y="352086"/>
                  </a:lnTo>
                  <a:lnTo>
                    <a:pt x="293448" y="341695"/>
                  </a:lnTo>
                  <a:lnTo>
                    <a:pt x="472336" y="266978"/>
                  </a:lnTo>
                  <a:lnTo>
                    <a:pt x="504932" y="266978"/>
                  </a:lnTo>
                  <a:lnTo>
                    <a:pt x="504932" y="237366"/>
                  </a:lnTo>
                  <a:lnTo>
                    <a:pt x="602864" y="237366"/>
                  </a:lnTo>
                  <a:lnTo>
                    <a:pt x="605242" y="232803"/>
                  </a:lnTo>
                  <a:lnTo>
                    <a:pt x="606362" y="219751"/>
                  </a:lnTo>
                  <a:lnTo>
                    <a:pt x="603426" y="210383"/>
                  </a:lnTo>
                  <a:lnTo>
                    <a:pt x="603333" y="210086"/>
                  </a:lnTo>
                  <a:close/>
                </a:path>
                <a:path w="606425" h="591185">
                  <a:moveTo>
                    <a:pt x="546432" y="65887"/>
                  </a:moveTo>
                  <a:lnTo>
                    <a:pt x="281974" y="65886"/>
                  </a:lnTo>
                  <a:lnTo>
                    <a:pt x="236719" y="127742"/>
                  </a:lnTo>
                  <a:lnTo>
                    <a:pt x="204717" y="172065"/>
                  </a:lnTo>
                  <a:lnTo>
                    <a:pt x="184044" y="205478"/>
                  </a:lnTo>
                  <a:lnTo>
                    <a:pt x="182410" y="210086"/>
                  </a:lnTo>
                  <a:lnTo>
                    <a:pt x="182305" y="210382"/>
                  </a:lnTo>
                  <a:lnTo>
                    <a:pt x="162845" y="276028"/>
                  </a:lnTo>
                  <a:lnTo>
                    <a:pt x="28038" y="293962"/>
                  </a:lnTo>
                  <a:lnTo>
                    <a:pt x="15791" y="298200"/>
                  </a:lnTo>
                  <a:lnTo>
                    <a:pt x="6427" y="306572"/>
                  </a:lnTo>
                  <a:lnTo>
                    <a:pt x="849" y="317887"/>
                  </a:lnTo>
                  <a:lnTo>
                    <a:pt x="469" y="323474"/>
                  </a:lnTo>
                  <a:lnTo>
                    <a:pt x="0" y="331077"/>
                  </a:lnTo>
                  <a:lnTo>
                    <a:pt x="3607" y="342366"/>
                  </a:lnTo>
                  <a:lnTo>
                    <a:pt x="10784" y="351461"/>
                  </a:lnTo>
                  <a:lnTo>
                    <a:pt x="20630" y="357477"/>
                  </a:lnTo>
                  <a:lnTo>
                    <a:pt x="32286" y="359651"/>
                  </a:lnTo>
                  <a:lnTo>
                    <a:pt x="34410" y="359651"/>
                  </a:lnTo>
                  <a:lnTo>
                    <a:pt x="192291" y="338660"/>
                  </a:lnTo>
                  <a:lnTo>
                    <a:pt x="240902" y="242424"/>
                  </a:lnTo>
                  <a:lnTo>
                    <a:pt x="413141" y="210086"/>
                  </a:lnTo>
                  <a:lnTo>
                    <a:pt x="603333" y="210086"/>
                  </a:lnTo>
                  <a:lnTo>
                    <a:pt x="602584" y="207697"/>
                  </a:lnTo>
                  <a:lnTo>
                    <a:pt x="594615" y="197956"/>
                  </a:lnTo>
                  <a:lnTo>
                    <a:pt x="583163" y="191844"/>
                  </a:lnTo>
                  <a:lnTo>
                    <a:pt x="464655" y="156635"/>
                  </a:lnTo>
                  <a:lnTo>
                    <a:pt x="340364" y="156635"/>
                  </a:lnTo>
                  <a:lnTo>
                    <a:pt x="397604" y="85184"/>
                  </a:lnTo>
                  <a:lnTo>
                    <a:pt x="570355" y="85184"/>
                  </a:lnTo>
                  <a:lnTo>
                    <a:pt x="570038" y="84032"/>
                  </a:lnTo>
                  <a:lnTo>
                    <a:pt x="562466" y="74053"/>
                  </a:lnTo>
                  <a:lnTo>
                    <a:pt x="551317" y="67536"/>
                  </a:lnTo>
                  <a:lnTo>
                    <a:pt x="546432" y="65887"/>
                  </a:lnTo>
                  <a:close/>
                </a:path>
                <a:path w="606425" h="591185">
                  <a:moveTo>
                    <a:pt x="602864" y="237366"/>
                  </a:moveTo>
                  <a:lnTo>
                    <a:pt x="504932" y="237366"/>
                  </a:lnTo>
                  <a:lnTo>
                    <a:pt x="564768" y="255147"/>
                  </a:lnTo>
                  <a:lnTo>
                    <a:pt x="577665" y="256285"/>
                  </a:lnTo>
                  <a:lnTo>
                    <a:pt x="589577" y="252461"/>
                  </a:lnTo>
                  <a:lnTo>
                    <a:pt x="599202" y="244394"/>
                  </a:lnTo>
                  <a:lnTo>
                    <a:pt x="602864" y="237366"/>
                  </a:lnTo>
                  <a:close/>
                </a:path>
                <a:path w="606425" h="591185">
                  <a:moveTo>
                    <a:pt x="413913" y="142835"/>
                  </a:moveTo>
                  <a:lnTo>
                    <a:pt x="340364" y="156635"/>
                  </a:lnTo>
                  <a:lnTo>
                    <a:pt x="464655" y="156635"/>
                  </a:lnTo>
                  <a:lnTo>
                    <a:pt x="419095" y="143099"/>
                  </a:lnTo>
                  <a:lnTo>
                    <a:pt x="413913" y="142835"/>
                  </a:lnTo>
                  <a:close/>
                </a:path>
                <a:path w="606425" h="591185">
                  <a:moveTo>
                    <a:pt x="349122" y="0"/>
                  </a:moveTo>
                  <a:lnTo>
                    <a:pt x="215273" y="0"/>
                  </a:lnTo>
                  <a:lnTo>
                    <a:pt x="125685" y="85019"/>
                  </a:lnTo>
                  <a:lnTo>
                    <a:pt x="117320" y="108814"/>
                  </a:lnTo>
                  <a:lnTo>
                    <a:pt x="120330" y="121091"/>
                  </a:lnTo>
                  <a:lnTo>
                    <a:pt x="126930" y="130113"/>
                  </a:lnTo>
                  <a:lnTo>
                    <a:pt x="128108" y="131665"/>
                  </a:lnTo>
                  <a:lnTo>
                    <a:pt x="139168" y="138298"/>
                  </a:lnTo>
                  <a:lnTo>
                    <a:pt x="151541" y="140075"/>
                  </a:lnTo>
                  <a:lnTo>
                    <a:pt x="163672" y="137028"/>
                  </a:lnTo>
                  <a:lnTo>
                    <a:pt x="174080" y="129233"/>
                  </a:lnTo>
                  <a:lnTo>
                    <a:pt x="230580" y="65886"/>
                  </a:lnTo>
                  <a:lnTo>
                    <a:pt x="546432" y="65887"/>
                  </a:lnTo>
                  <a:lnTo>
                    <a:pt x="356076" y="1616"/>
                  </a:lnTo>
                  <a:lnTo>
                    <a:pt x="352392" y="472"/>
                  </a:lnTo>
                  <a:lnTo>
                    <a:pt x="350947" y="197"/>
                  </a:lnTo>
                  <a:lnTo>
                    <a:pt x="349122" y="0"/>
                  </a:lnTo>
                  <a:close/>
                </a:path>
                <a:path w="606425" h="591185">
                  <a:moveTo>
                    <a:pt x="570355" y="85184"/>
                  </a:moveTo>
                  <a:lnTo>
                    <a:pt x="397604" y="85184"/>
                  </a:lnTo>
                  <a:lnTo>
                    <a:pt x="530694" y="130113"/>
                  </a:lnTo>
                  <a:lnTo>
                    <a:pt x="543548" y="131665"/>
                  </a:lnTo>
                  <a:lnTo>
                    <a:pt x="573364" y="96290"/>
                  </a:lnTo>
                  <a:lnTo>
                    <a:pt x="573380" y="96152"/>
                  </a:lnTo>
                  <a:lnTo>
                    <a:pt x="570355" y="85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25" name="object 12">
              <a:extLst>
                <a:ext uri="{FF2B5EF4-FFF2-40B4-BE49-F238E27FC236}">
                  <a16:creationId xmlns:a16="http://schemas.microsoft.com/office/drawing/2014/main" xmlns="" id="{3AFCAA03-AE95-8899-092A-4433C92B72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3613" y="2557921"/>
              <a:ext cx="101048" cy="102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26" name="object 13">
              <a:extLst>
                <a:ext uri="{FF2B5EF4-FFF2-40B4-BE49-F238E27FC236}">
                  <a16:creationId xmlns:a16="http://schemas.microsoft.com/office/drawing/2014/main" xmlns="" id="{86BEA769-5332-DD90-B537-A8C8FDEE3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0908" y="3523335"/>
              <a:ext cx="296545" cy="478790"/>
            </a:xfrm>
            <a:custGeom>
              <a:avLst/>
              <a:gdLst>
                <a:gd name="T0" fmla="*/ 111048 w 296545"/>
                <a:gd name="T1" fmla="*/ 444159 h 478789"/>
                <a:gd name="T2" fmla="*/ 122936 w 296545"/>
                <a:gd name="T3" fmla="*/ 468505 h 478789"/>
                <a:gd name="T4" fmla="*/ 148069 w 296545"/>
                <a:gd name="T5" fmla="*/ 478322 h 478789"/>
                <a:gd name="T6" fmla="*/ 173189 w 296545"/>
                <a:gd name="T7" fmla="*/ 468505 h 478789"/>
                <a:gd name="T8" fmla="*/ 185077 w 296545"/>
                <a:gd name="T9" fmla="*/ 444159 h 478789"/>
                <a:gd name="T10" fmla="*/ 214693 w 296545"/>
                <a:gd name="T11" fmla="*/ 387212 h 478789"/>
                <a:gd name="T12" fmla="*/ 81432 w 296545"/>
                <a:gd name="T13" fmla="*/ 387212 h 478789"/>
                <a:gd name="T14" fmla="*/ 74041 w 296545"/>
                <a:gd name="T15" fmla="*/ 413971 h 478789"/>
                <a:gd name="T16" fmla="*/ 214693 w 296545"/>
                <a:gd name="T17" fmla="*/ 421375 h 478789"/>
                <a:gd name="T18" fmla="*/ 222097 w 296545"/>
                <a:gd name="T19" fmla="*/ 394616 h 478789"/>
                <a:gd name="T20" fmla="*/ 214693 w 296545"/>
                <a:gd name="T21" fmla="*/ 330265 h 478789"/>
                <a:gd name="T22" fmla="*/ 81432 w 296545"/>
                <a:gd name="T23" fmla="*/ 330265 h 478789"/>
                <a:gd name="T24" fmla="*/ 74041 w 296545"/>
                <a:gd name="T25" fmla="*/ 357037 h 478789"/>
                <a:gd name="T26" fmla="*/ 214693 w 296545"/>
                <a:gd name="T27" fmla="*/ 364428 h 478789"/>
                <a:gd name="T28" fmla="*/ 222097 w 296545"/>
                <a:gd name="T29" fmla="*/ 337669 h 478789"/>
                <a:gd name="T30" fmla="*/ 287832 w 296545"/>
                <a:gd name="T31" fmla="*/ 100126 h 478789"/>
                <a:gd name="T32" fmla="*/ 262521 w 296545"/>
                <a:gd name="T33" fmla="*/ 56070 h 478789"/>
                <a:gd name="T34" fmla="*/ 262521 w 296545"/>
                <a:gd name="T35" fmla="*/ 150901 h 478789"/>
                <a:gd name="T36" fmla="*/ 261112 w 296545"/>
                <a:gd name="T37" fmla="*/ 161124 h 478789"/>
                <a:gd name="T38" fmla="*/ 245795 w 296545"/>
                <a:gd name="T39" fmla="*/ 207264 h 478789"/>
                <a:gd name="T40" fmla="*/ 225132 w 296545"/>
                <a:gd name="T41" fmla="*/ 234251 h 478789"/>
                <a:gd name="T42" fmla="*/ 208521 w 296545"/>
                <a:gd name="T43" fmla="*/ 259869 h 478789"/>
                <a:gd name="T44" fmla="*/ 95110 w 296545"/>
                <a:gd name="T45" fmla="*/ 273331 h 478789"/>
                <a:gd name="T46" fmla="*/ 56324 w 296545"/>
                <a:gd name="T47" fmla="*/ 214934 h 478789"/>
                <a:gd name="T48" fmla="*/ 37020 w 296545"/>
                <a:gd name="T49" fmla="*/ 171259 h 478789"/>
                <a:gd name="T50" fmla="*/ 44284 w 296545"/>
                <a:gd name="T51" fmla="*/ 102616 h 478789"/>
                <a:gd name="T52" fmla="*/ 104813 w 296545"/>
                <a:gd name="T53" fmla="*/ 42722 h 478789"/>
                <a:gd name="T54" fmla="*/ 192849 w 296545"/>
                <a:gd name="T55" fmla="*/ 42722 h 478789"/>
                <a:gd name="T56" fmla="*/ 228434 w 296545"/>
                <a:gd name="T57" fmla="*/ 66687 h 478789"/>
                <a:gd name="T58" fmla="*/ 262521 w 296545"/>
                <a:gd name="T59" fmla="*/ 146342 h 478789"/>
                <a:gd name="T60" fmla="*/ 239801 w 296545"/>
                <a:gd name="T61" fmla="*/ 33591 h 478789"/>
                <a:gd name="T62" fmla="*/ 194348 w 296545"/>
                <a:gd name="T63" fmla="*/ 7670 h 478789"/>
                <a:gd name="T64" fmla="*/ 101777 w 296545"/>
                <a:gd name="T65" fmla="*/ 7670 h 478789"/>
                <a:gd name="T66" fmla="*/ 29578 w 296545"/>
                <a:gd name="T67" fmla="*/ 60058 h 478789"/>
                <a:gd name="T68" fmla="*/ 0 w 296545"/>
                <a:gd name="T69" fmla="*/ 146342 h 478789"/>
                <a:gd name="T70" fmla="*/ 6096 w 296545"/>
                <a:gd name="T71" fmla="*/ 190220 h 478789"/>
                <a:gd name="T72" fmla="*/ 35877 w 296545"/>
                <a:gd name="T73" fmla="*/ 244858 h 478789"/>
                <a:gd name="T74" fmla="*/ 56032 w 296545"/>
                <a:gd name="T75" fmla="*/ 273890 h 478789"/>
                <a:gd name="T76" fmla="*/ 70624 w 296545"/>
                <a:gd name="T77" fmla="*/ 301233 h 478789"/>
                <a:gd name="T78" fmla="*/ 76314 w 296545"/>
                <a:gd name="T79" fmla="*/ 307494 h 478789"/>
                <a:gd name="T80" fmla="*/ 223799 w 296545"/>
                <a:gd name="T81" fmla="*/ 305208 h 478789"/>
                <a:gd name="T82" fmla="*/ 231660 w 296545"/>
                <a:gd name="T83" fmla="*/ 289219 h 478789"/>
                <a:gd name="T84" fmla="*/ 240461 w 296545"/>
                <a:gd name="T85" fmla="*/ 273331 h 478789"/>
                <a:gd name="T86" fmla="*/ 260248 w 296545"/>
                <a:gd name="T87" fmla="*/ 244858 h 478789"/>
                <a:gd name="T88" fmla="*/ 274980 w 296545"/>
                <a:gd name="T89" fmla="*/ 224853 h 478789"/>
                <a:gd name="T90" fmla="*/ 296125 w 296545"/>
                <a:gd name="T91" fmla="*/ 151460 h 47878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96545" h="478789">
                  <a:moveTo>
                    <a:pt x="185077" y="444157"/>
                  </a:moveTo>
                  <a:lnTo>
                    <a:pt x="111048" y="444157"/>
                  </a:lnTo>
                  <a:lnTo>
                    <a:pt x="114833" y="457657"/>
                  </a:lnTo>
                  <a:lnTo>
                    <a:pt x="122936" y="468503"/>
                  </a:lnTo>
                  <a:lnTo>
                    <a:pt x="134353" y="475703"/>
                  </a:lnTo>
                  <a:lnTo>
                    <a:pt x="148069" y="478320"/>
                  </a:lnTo>
                  <a:lnTo>
                    <a:pt x="161772" y="475703"/>
                  </a:lnTo>
                  <a:lnTo>
                    <a:pt x="173189" y="468503"/>
                  </a:lnTo>
                  <a:lnTo>
                    <a:pt x="181292" y="457657"/>
                  </a:lnTo>
                  <a:lnTo>
                    <a:pt x="185077" y="444157"/>
                  </a:lnTo>
                  <a:close/>
                </a:path>
                <a:path w="296545" h="478789">
                  <a:moveTo>
                    <a:pt x="222097" y="394614"/>
                  </a:moveTo>
                  <a:lnTo>
                    <a:pt x="214693" y="387210"/>
                  </a:lnTo>
                  <a:lnTo>
                    <a:pt x="91122" y="387210"/>
                  </a:lnTo>
                  <a:lnTo>
                    <a:pt x="81432" y="387210"/>
                  </a:lnTo>
                  <a:lnTo>
                    <a:pt x="74041" y="394614"/>
                  </a:lnTo>
                  <a:lnTo>
                    <a:pt x="74041" y="413969"/>
                  </a:lnTo>
                  <a:lnTo>
                    <a:pt x="81432" y="421373"/>
                  </a:lnTo>
                  <a:lnTo>
                    <a:pt x="214693" y="421373"/>
                  </a:lnTo>
                  <a:lnTo>
                    <a:pt x="222097" y="413969"/>
                  </a:lnTo>
                  <a:lnTo>
                    <a:pt x="222097" y="394614"/>
                  </a:lnTo>
                  <a:close/>
                </a:path>
                <a:path w="296545" h="478789">
                  <a:moveTo>
                    <a:pt x="222097" y="337667"/>
                  </a:moveTo>
                  <a:lnTo>
                    <a:pt x="214693" y="330263"/>
                  </a:lnTo>
                  <a:lnTo>
                    <a:pt x="91122" y="330263"/>
                  </a:lnTo>
                  <a:lnTo>
                    <a:pt x="81432" y="330263"/>
                  </a:lnTo>
                  <a:lnTo>
                    <a:pt x="74041" y="337667"/>
                  </a:lnTo>
                  <a:lnTo>
                    <a:pt x="74041" y="357035"/>
                  </a:lnTo>
                  <a:lnTo>
                    <a:pt x="81432" y="364426"/>
                  </a:lnTo>
                  <a:lnTo>
                    <a:pt x="214693" y="364426"/>
                  </a:lnTo>
                  <a:lnTo>
                    <a:pt x="222097" y="357035"/>
                  </a:lnTo>
                  <a:lnTo>
                    <a:pt x="222097" y="337667"/>
                  </a:lnTo>
                  <a:close/>
                </a:path>
                <a:path w="296545" h="478789">
                  <a:moveTo>
                    <a:pt x="296125" y="146342"/>
                  </a:moveTo>
                  <a:lnTo>
                    <a:pt x="287832" y="100126"/>
                  </a:lnTo>
                  <a:lnTo>
                    <a:pt x="266560" y="60058"/>
                  </a:lnTo>
                  <a:lnTo>
                    <a:pt x="262521" y="56070"/>
                  </a:lnTo>
                  <a:lnTo>
                    <a:pt x="262521" y="146342"/>
                  </a:lnTo>
                  <a:lnTo>
                    <a:pt x="262521" y="150901"/>
                  </a:lnTo>
                  <a:lnTo>
                    <a:pt x="261962" y="150901"/>
                  </a:lnTo>
                  <a:lnTo>
                    <a:pt x="261112" y="161124"/>
                  </a:lnTo>
                  <a:lnTo>
                    <a:pt x="259461" y="171259"/>
                  </a:lnTo>
                  <a:lnTo>
                    <a:pt x="245795" y="207264"/>
                  </a:lnTo>
                  <a:lnTo>
                    <a:pt x="234619" y="222072"/>
                  </a:lnTo>
                  <a:lnTo>
                    <a:pt x="225132" y="234251"/>
                  </a:lnTo>
                  <a:lnTo>
                    <a:pt x="216395" y="246849"/>
                  </a:lnTo>
                  <a:lnTo>
                    <a:pt x="208521" y="259867"/>
                  </a:lnTo>
                  <a:lnTo>
                    <a:pt x="201599" y="273329"/>
                  </a:lnTo>
                  <a:lnTo>
                    <a:pt x="95110" y="273329"/>
                  </a:lnTo>
                  <a:lnTo>
                    <a:pt x="71247" y="234251"/>
                  </a:lnTo>
                  <a:lnTo>
                    <a:pt x="56324" y="214934"/>
                  </a:lnTo>
                  <a:lnTo>
                    <a:pt x="51117" y="207264"/>
                  </a:lnTo>
                  <a:lnTo>
                    <a:pt x="37020" y="171259"/>
                  </a:lnTo>
                  <a:lnTo>
                    <a:pt x="34747" y="146342"/>
                  </a:lnTo>
                  <a:lnTo>
                    <a:pt x="44284" y="102616"/>
                  </a:lnTo>
                  <a:lnTo>
                    <a:pt x="68834" y="66903"/>
                  </a:lnTo>
                  <a:lnTo>
                    <a:pt x="104813" y="42722"/>
                  </a:lnTo>
                  <a:lnTo>
                    <a:pt x="148628" y="33591"/>
                  </a:lnTo>
                  <a:lnTo>
                    <a:pt x="192849" y="42722"/>
                  </a:lnTo>
                  <a:lnTo>
                    <a:pt x="192570" y="42722"/>
                  </a:lnTo>
                  <a:lnTo>
                    <a:pt x="228434" y="66687"/>
                  </a:lnTo>
                  <a:lnTo>
                    <a:pt x="252984" y="102374"/>
                  </a:lnTo>
                  <a:lnTo>
                    <a:pt x="262521" y="146342"/>
                  </a:lnTo>
                  <a:lnTo>
                    <a:pt x="262521" y="56070"/>
                  </a:lnTo>
                  <a:lnTo>
                    <a:pt x="239801" y="33591"/>
                  </a:lnTo>
                  <a:lnTo>
                    <a:pt x="234619" y="28473"/>
                  </a:lnTo>
                  <a:lnTo>
                    <a:pt x="194348" y="7670"/>
                  </a:lnTo>
                  <a:lnTo>
                    <a:pt x="148069" y="0"/>
                  </a:lnTo>
                  <a:lnTo>
                    <a:pt x="101777" y="7670"/>
                  </a:lnTo>
                  <a:lnTo>
                    <a:pt x="61506" y="28473"/>
                  </a:lnTo>
                  <a:lnTo>
                    <a:pt x="29578" y="60058"/>
                  </a:lnTo>
                  <a:lnTo>
                    <a:pt x="8293" y="100126"/>
                  </a:lnTo>
                  <a:lnTo>
                    <a:pt x="0" y="146342"/>
                  </a:lnTo>
                  <a:lnTo>
                    <a:pt x="0" y="151460"/>
                  </a:lnTo>
                  <a:lnTo>
                    <a:pt x="6096" y="190220"/>
                  </a:lnTo>
                  <a:lnTo>
                    <a:pt x="28194" y="235140"/>
                  </a:lnTo>
                  <a:lnTo>
                    <a:pt x="35877" y="244856"/>
                  </a:lnTo>
                  <a:lnTo>
                    <a:pt x="46189" y="258140"/>
                  </a:lnTo>
                  <a:lnTo>
                    <a:pt x="56032" y="273888"/>
                  </a:lnTo>
                  <a:lnTo>
                    <a:pt x="64465" y="289217"/>
                  </a:lnTo>
                  <a:lnTo>
                    <a:pt x="70624" y="301231"/>
                  </a:lnTo>
                  <a:lnTo>
                    <a:pt x="72326" y="305206"/>
                  </a:lnTo>
                  <a:lnTo>
                    <a:pt x="76314" y="307492"/>
                  </a:lnTo>
                  <a:lnTo>
                    <a:pt x="219811" y="307492"/>
                  </a:lnTo>
                  <a:lnTo>
                    <a:pt x="223799" y="305206"/>
                  </a:lnTo>
                  <a:lnTo>
                    <a:pt x="225513" y="301231"/>
                  </a:lnTo>
                  <a:lnTo>
                    <a:pt x="231660" y="289217"/>
                  </a:lnTo>
                  <a:lnTo>
                    <a:pt x="240106" y="273888"/>
                  </a:lnTo>
                  <a:lnTo>
                    <a:pt x="240461" y="273329"/>
                  </a:lnTo>
                  <a:lnTo>
                    <a:pt x="249936" y="258140"/>
                  </a:lnTo>
                  <a:lnTo>
                    <a:pt x="260248" y="244856"/>
                  </a:lnTo>
                  <a:lnTo>
                    <a:pt x="268020" y="235140"/>
                  </a:lnTo>
                  <a:lnTo>
                    <a:pt x="274980" y="224853"/>
                  </a:lnTo>
                  <a:lnTo>
                    <a:pt x="293128" y="177520"/>
                  </a:lnTo>
                  <a:lnTo>
                    <a:pt x="296125" y="151460"/>
                  </a:lnTo>
                  <a:lnTo>
                    <a:pt x="296125" y="146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8199" name="object 15">
            <a:extLst>
              <a:ext uri="{FF2B5EF4-FFF2-40B4-BE49-F238E27FC236}">
                <a16:creationId xmlns:a16="http://schemas.microsoft.com/office/drawing/2014/main" xmlns="" id="{4B7A09A4-57E4-5687-7CCE-31921769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813" y="1139825"/>
            <a:ext cx="3717925" cy="5118100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tIns="78105"/>
          <a:lstStyle/>
          <a:p>
            <a:pPr marL="190500" indent="0" algn="ctr">
              <a:spcBef>
                <a:spcPts val="613"/>
              </a:spcBef>
              <a:tabLst>
                <a:tab pos="298450" algn="l"/>
              </a:tabLst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Challenges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Fragmented Planning: Tourists struggle with scattered transit, delays, and no unified itinerary.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Scam Risks: Lack of real-time local warnings leaves travelers vulnerable to touts and overcharging.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Airport &amp; SOS Gaps: Tedious verification lines and absence of single-tap emergency helplines.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Foreigner Payment Barrier: International tourists cannot use domestic UPI in local cash markets.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Neglected Artisans: Traditional handloom weavers &amp; wooden toy makers lack tourist footfall.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Proposed Solution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Creating an Autonomous Multi-Agent Smart Tourism &amp; Travel Operating System that creates dynamic itineraries with real train schedules and downloadable PDFs, protects travelers with crowdsourced scam alerts and one-tap SOS, enables cashless UPI payments for foreigners via Tourister Wallet, and incentivizes visits to heritage artisans through geofenced T-Point rewards.</a:t>
            </a:r>
          </a:p>
        </p:txBody>
      </p:sp>
      <p:grpSp>
        <p:nvGrpSpPr>
          <p:cNvPr id="8200" name="object 16">
            <a:extLst>
              <a:ext uri="{FF2B5EF4-FFF2-40B4-BE49-F238E27FC236}">
                <a16:creationId xmlns:a16="http://schemas.microsoft.com/office/drawing/2014/main" xmlns="" id="{F9460D2B-64A3-8530-FD83-4FA6BF420986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304925"/>
            <a:ext cx="4833938" cy="4176713"/>
            <a:chOff x="3152775" y="1304861"/>
            <a:chExt cx="4833937" cy="4176499"/>
          </a:xfrm>
        </p:grpSpPr>
        <p:sp>
          <p:nvSpPr>
            <p:cNvPr id="8204" name="object 17">
              <a:extLst>
                <a:ext uri="{FF2B5EF4-FFF2-40B4-BE49-F238E27FC236}">
                  <a16:creationId xmlns:a16="http://schemas.microsoft.com/office/drawing/2014/main" xmlns="" id="{F606434A-F880-62F4-E3D2-8D24F75DC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0254" y="4995585"/>
              <a:ext cx="473075" cy="485775"/>
            </a:xfrm>
            <a:custGeom>
              <a:avLst/>
              <a:gdLst>
                <a:gd name="T0" fmla="*/ 93264 w 473075"/>
                <a:gd name="T1" fmla="*/ 485387 h 485775"/>
                <a:gd name="T2" fmla="*/ 234605 w 473075"/>
                <a:gd name="T3" fmla="*/ 113688 h 485775"/>
                <a:gd name="T4" fmla="*/ 246191 w 473075"/>
                <a:gd name="T5" fmla="*/ 137251 h 485775"/>
                <a:gd name="T6" fmla="*/ 250246 w 473075"/>
                <a:gd name="T7" fmla="*/ 184965 h 485775"/>
                <a:gd name="T8" fmla="*/ 33597 w 473075"/>
                <a:gd name="T9" fmla="*/ 481264 h 485775"/>
                <a:gd name="T10" fmla="*/ 118751 w 473075"/>
                <a:gd name="T11" fmla="*/ 459468 h 485775"/>
                <a:gd name="T12" fmla="*/ 188264 w 473075"/>
                <a:gd name="T13" fmla="*/ 410576 h 485775"/>
                <a:gd name="T14" fmla="*/ 291374 w 473075"/>
                <a:gd name="T15" fmla="*/ 226788 h 485775"/>
                <a:gd name="T16" fmla="*/ 323596 w 473075"/>
                <a:gd name="T17" fmla="*/ 221928 h 485775"/>
                <a:gd name="T18" fmla="*/ 456626 w 473075"/>
                <a:gd name="T19" fmla="*/ 208233 h 485775"/>
                <a:gd name="T20" fmla="*/ 388667 w 473075"/>
                <a:gd name="T21" fmla="*/ 195863 h 485775"/>
                <a:gd name="T22" fmla="*/ 283192 w 473075"/>
                <a:gd name="T23" fmla="*/ 179037 h 485775"/>
                <a:gd name="T24" fmla="*/ 297782 w 473075"/>
                <a:gd name="T25" fmla="*/ 144246 h 485775"/>
                <a:gd name="T26" fmla="*/ 445460 w 473075"/>
                <a:gd name="T27" fmla="*/ 139018 h 485775"/>
                <a:gd name="T28" fmla="*/ 472685 w 473075"/>
                <a:gd name="T29" fmla="*/ 114867 h 485775"/>
                <a:gd name="T30" fmla="*/ 147715 w 473075"/>
                <a:gd name="T31" fmla="*/ 448865 h 485775"/>
                <a:gd name="T32" fmla="*/ 452202 w 473075"/>
                <a:gd name="T33" fmla="*/ 215007 h 485775"/>
                <a:gd name="T34" fmla="*/ 351039 w 473075"/>
                <a:gd name="T35" fmla="*/ 245638 h 485775"/>
                <a:gd name="T36" fmla="*/ 366679 w 473075"/>
                <a:gd name="T37" fmla="*/ 216185 h 485775"/>
                <a:gd name="T38" fmla="*/ 366679 w 473075"/>
                <a:gd name="T39" fmla="*/ 216185 h 485775"/>
                <a:gd name="T40" fmla="*/ 409545 w 473075"/>
                <a:gd name="T41" fmla="*/ 237244 h 485775"/>
                <a:gd name="T42" fmla="*/ 456626 w 473075"/>
                <a:gd name="T43" fmla="*/ 154628 h 485775"/>
                <a:gd name="T44" fmla="*/ 433295 w 473075"/>
                <a:gd name="T45" fmla="*/ 167293 h 485775"/>
                <a:gd name="T46" fmla="*/ 428661 w 473075"/>
                <a:gd name="T47" fmla="*/ 200280 h 485775"/>
                <a:gd name="T48" fmla="*/ 460412 w 473075"/>
                <a:gd name="T49" fmla="*/ 202434 h 485775"/>
                <a:gd name="T50" fmla="*/ 448548 w 473075"/>
                <a:gd name="T51" fmla="*/ 142258 h 485775"/>
                <a:gd name="T52" fmla="*/ 330764 w 473075"/>
                <a:gd name="T53" fmla="*/ 154923 h 485775"/>
                <a:gd name="T54" fmla="*/ 326130 w 473075"/>
                <a:gd name="T55" fmla="*/ 187910 h 485775"/>
                <a:gd name="T56" fmla="*/ 385722 w 473075"/>
                <a:gd name="T57" fmla="*/ 191408 h 485775"/>
                <a:gd name="T58" fmla="*/ 456626 w 473075"/>
                <a:gd name="T59" fmla="*/ 154628 h 485775"/>
                <a:gd name="T60" fmla="*/ 257776 w 473075"/>
                <a:gd name="T61" fmla="*/ 25329 h 485775"/>
                <a:gd name="T62" fmla="*/ 257776 w 473075"/>
                <a:gd name="T63" fmla="*/ 104263 h 485775"/>
                <a:gd name="T64" fmla="*/ 445364 w 473075"/>
                <a:gd name="T65" fmla="*/ 104263 h 485775"/>
                <a:gd name="T66" fmla="*/ 379423 w 473075"/>
                <a:gd name="T67" fmla="*/ 96017 h 485775"/>
                <a:gd name="T68" fmla="*/ 272258 w 473075"/>
                <a:gd name="T69" fmla="*/ 51248 h 485775"/>
                <a:gd name="T70" fmla="*/ 435796 w 473075"/>
                <a:gd name="T71" fmla="*/ 37994 h 485775"/>
                <a:gd name="T72" fmla="*/ 339453 w 473075"/>
                <a:gd name="T73" fmla="*/ 30042 h 485775"/>
                <a:gd name="T74" fmla="*/ 296587 w 473075"/>
                <a:gd name="T75" fmla="*/ 8983 h 485775"/>
                <a:gd name="T76" fmla="*/ 416496 w 473075"/>
                <a:gd name="T77" fmla="*/ 58317 h 485775"/>
                <a:gd name="T78" fmla="*/ 416496 w 473075"/>
                <a:gd name="T79" fmla="*/ 96017 h 485775"/>
                <a:gd name="T80" fmla="*/ 451958 w 473075"/>
                <a:gd name="T81" fmla="*/ 87705 h 485775"/>
                <a:gd name="T82" fmla="*/ 295429 w 473075"/>
                <a:gd name="T83" fmla="*/ 37994 h 485775"/>
                <a:gd name="T84" fmla="*/ 321785 w 473075"/>
                <a:gd name="T85" fmla="*/ 64796 h 485775"/>
                <a:gd name="T86" fmla="*/ 295429 w 473075"/>
                <a:gd name="T87" fmla="*/ 91599 h 485775"/>
                <a:gd name="T88" fmla="*/ 371892 w 473075"/>
                <a:gd name="T89" fmla="*/ 70098 h 485775"/>
                <a:gd name="T90" fmla="*/ 397959 w 473075"/>
                <a:gd name="T91" fmla="*/ 50364 h 485775"/>
                <a:gd name="T92" fmla="*/ 398249 w 473075"/>
                <a:gd name="T93" fmla="*/ 21353 h 485775"/>
                <a:gd name="T94" fmla="*/ 413944 w 473075"/>
                <a:gd name="T95" fmla="*/ 23672 h 485775"/>
                <a:gd name="T96" fmla="*/ 339489 w 473075"/>
                <a:gd name="T97" fmla="*/ 13069 h 485775"/>
                <a:gd name="T98" fmla="*/ 362624 w 473075"/>
                <a:gd name="T99" fmla="*/ 1767 h 48577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73075" h="485775">
                  <a:moveTo>
                    <a:pt x="118172" y="460057"/>
                  </a:moveTo>
                  <a:lnTo>
                    <a:pt x="61404" y="460057"/>
                  </a:lnTo>
                  <a:lnTo>
                    <a:pt x="86312" y="485387"/>
                  </a:lnTo>
                  <a:lnTo>
                    <a:pt x="93264" y="485387"/>
                  </a:lnTo>
                  <a:lnTo>
                    <a:pt x="118172" y="460057"/>
                  </a:lnTo>
                  <a:close/>
                </a:path>
                <a:path w="473075" h="485775">
                  <a:moveTo>
                    <a:pt x="466313" y="108387"/>
                  </a:moveTo>
                  <a:lnTo>
                    <a:pt x="240977" y="108387"/>
                  </a:lnTo>
                  <a:lnTo>
                    <a:pt x="234605" y="113688"/>
                  </a:lnTo>
                  <a:lnTo>
                    <a:pt x="233447" y="121346"/>
                  </a:lnTo>
                  <a:lnTo>
                    <a:pt x="232867" y="129593"/>
                  </a:lnTo>
                  <a:lnTo>
                    <a:pt x="238660" y="136662"/>
                  </a:lnTo>
                  <a:lnTo>
                    <a:pt x="246191" y="137251"/>
                  </a:lnTo>
                  <a:lnTo>
                    <a:pt x="261831" y="137251"/>
                  </a:lnTo>
                  <a:lnTo>
                    <a:pt x="257369" y="145166"/>
                  </a:lnTo>
                  <a:lnTo>
                    <a:pt x="252563" y="178485"/>
                  </a:lnTo>
                  <a:lnTo>
                    <a:pt x="250246" y="184965"/>
                  </a:lnTo>
                  <a:lnTo>
                    <a:pt x="245611" y="189088"/>
                  </a:lnTo>
                  <a:lnTo>
                    <a:pt x="0" y="440029"/>
                  </a:lnTo>
                  <a:lnTo>
                    <a:pt x="0" y="447097"/>
                  </a:lnTo>
                  <a:lnTo>
                    <a:pt x="33597" y="481264"/>
                  </a:lnTo>
                  <a:lnTo>
                    <a:pt x="40550" y="481264"/>
                  </a:lnTo>
                  <a:lnTo>
                    <a:pt x="61404" y="460057"/>
                  </a:lnTo>
                  <a:lnTo>
                    <a:pt x="118172" y="460057"/>
                  </a:lnTo>
                  <a:lnTo>
                    <a:pt x="118751" y="459468"/>
                  </a:lnTo>
                  <a:lnTo>
                    <a:pt x="118751" y="452400"/>
                  </a:lnTo>
                  <a:lnTo>
                    <a:pt x="93843" y="427069"/>
                  </a:lnTo>
                  <a:lnTo>
                    <a:pt x="110062" y="410576"/>
                  </a:lnTo>
                  <a:lnTo>
                    <a:pt x="188264" y="410576"/>
                  </a:lnTo>
                  <a:lnTo>
                    <a:pt x="188264" y="407630"/>
                  </a:lnTo>
                  <a:lnTo>
                    <a:pt x="183630" y="402918"/>
                  </a:lnTo>
                  <a:lnTo>
                    <a:pt x="151770" y="368752"/>
                  </a:lnTo>
                  <a:lnTo>
                    <a:pt x="291374" y="226788"/>
                  </a:lnTo>
                  <a:lnTo>
                    <a:pt x="297746" y="224432"/>
                  </a:lnTo>
                  <a:lnTo>
                    <a:pt x="307593" y="224432"/>
                  </a:lnTo>
                  <a:lnTo>
                    <a:pt x="315730" y="223788"/>
                  </a:lnTo>
                  <a:lnTo>
                    <a:pt x="323596" y="221928"/>
                  </a:lnTo>
                  <a:lnTo>
                    <a:pt x="331135" y="218965"/>
                  </a:lnTo>
                  <a:lnTo>
                    <a:pt x="338295" y="215007"/>
                  </a:lnTo>
                  <a:lnTo>
                    <a:pt x="452202" y="215007"/>
                  </a:lnTo>
                  <a:lnTo>
                    <a:pt x="456626" y="208233"/>
                  </a:lnTo>
                  <a:lnTo>
                    <a:pt x="410124" y="208233"/>
                  </a:lnTo>
                  <a:lnTo>
                    <a:pt x="400313" y="206245"/>
                  </a:lnTo>
                  <a:lnTo>
                    <a:pt x="391588" y="200280"/>
                  </a:lnTo>
                  <a:lnTo>
                    <a:pt x="388667" y="195863"/>
                  </a:lnTo>
                  <a:lnTo>
                    <a:pt x="307593" y="195863"/>
                  </a:lnTo>
                  <a:lnTo>
                    <a:pt x="297782" y="193874"/>
                  </a:lnTo>
                  <a:lnTo>
                    <a:pt x="289057" y="187910"/>
                  </a:lnTo>
                  <a:lnTo>
                    <a:pt x="283192" y="179037"/>
                  </a:lnTo>
                  <a:lnTo>
                    <a:pt x="281237" y="169060"/>
                  </a:lnTo>
                  <a:lnTo>
                    <a:pt x="283192" y="159083"/>
                  </a:lnTo>
                  <a:lnTo>
                    <a:pt x="289057" y="150210"/>
                  </a:lnTo>
                  <a:lnTo>
                    <a:pt x="297782" y="144246"/>
                  </a:lnTo>
                  <a:lnTo>
                    <a:pt x="307593" y="142258"/>
                  </a:lnTo>
                  <a:lnTo>
                    <a:pt x="448548" y="142258"/>
                  </a:lnTo>
                  <a:lnTo>
                    <a:pt x="448356" y="141963"/>
                  </a:lnTo>
                  <a:lnTo>
                    <a:pt x="445460" y="139018"/>
                  </a:lnTo>
                  <a:lnTo>
                    <a:pt x="443722" y="137840"/>
                  </a:lnTo>
                  <a:lnTo>
                    <a:pt x="466313" y="137840"/>
                  </a:lnTo>
                  <a:lnTo>
                    <a:pt x="472685" y="131360"/>
                  </a:lnTo>
                  <a:lnTo>
                    <a:pt x="472685" y="114867"/>
                  </a:lnTo>
                  <a:lnTo>
                    <a:pt x="466313" y="108387"/>
                  </a:lnTo>
                  <a:close/>
                </a:path>
                <a:path w="473075" h="485775">
                  <a:moveTo>
                    <a:pt x="188264" y="410576"/>
                  </a:moveTo>
                  <a:lnTo>
                    <a:pt x="110062" y="410576"/>
                  </a:lnTo>
                  <a:lnTo>
                    <a:pt x="147715" y="448865"/>
                  </a:lnTo>
                  <a:lnTo>
                    <a:pt x="154666" y="448865"/>
                  </a:lnTo>
                  <a:lnTo>
                    <a:pt x="188264" y="414699"/>
                  </a:lnTo>
                  <a:lnTo>
                    <a:pt x="188264" y="410576"/>
                  </a:lnTo>
                  <a:close/>
                </a:path>
                <a:path w="473075" h="485775">
                  <a:moveTo>
                    <a:pt x="452202" y="215007"/>
                  </a:moveTo>
                  <a:lnTo>
                    <a:pt x="338295" y="215007"/>
                  </a:lnTo>
                  <a:lnTo>
                    <a:pt x="338295" y="237980"/>
                  </a:lnTo>
                  <a:lnTo>
                    <a:pt x="343508" y="244460"/>
                  </a:lnTo>
                  <a:lnTo>
                    <a:pt x="351039" y="245638"/>
                  </a:lnTo>
                  <a:lnTo>
                    <a:pt x="359148" y="246227"/>
                  </a:lnTo>
                  <a:lnTo>
                    <a:pt x="366100" y="240337"/>
                  </a:lnTo>
                  <a:lnTo>
                    <a:pt x="366643" y="233157"/>
                  </a:lnTo>
                  <a:lnTo>
                    <a:pt x="366679" y="216185"/>
                  </a:lnTo>
                  <a:lnTo>
                    <a:pt x="451433" y="216185"/>
                  </a:lnTo>
                  <a:lnTo>
                    <a:pt x="452202" y="215007"/>
                  </a:lnTo>
                  <a:close/>
                </a:path>
                <a:path w="473075" h="485775">
                  <a:moveTo>
                    <a:pt x="451433" y="216185"/>
                  </a:moveTo>
                  <a:lnTo>
                    <a:pt x="366679" y="216185"/>
                  </a:lnTo>
                  <a:lnTo>
                    <a:pt x="367837" y="217952"/>
                  </a:lnTo>
                  <a:lnTo>
                    <a:pt x="370734" y="220898"/>
                  </a:lnTo>
                  <a:lnTo>
                    <a:pt x="388890" y="233157"/>
                  </a:lnTo>
                  <a:lnTo>
                    <a:pt x="409545" y="237244"/>
                  </a:lnTo>
                  <a:lnTo>
                    <a:pt x="430200" y="233157"/>
                  </a:lnTo>
                  <a:lnTo>
                    <a:pt x="448356" y="220898"/>
                  </a:lnTo>
                  <a:lnTo>
                    <a:pt x="451433" y="216185"/>
                  </a:lnTo>
                  <a:close/>
                </a:path>
                <a:path w="473075" h="485775">
                  <a:moveTo>
                    <a:pt x="456626" y="154628"/>
                  </a:moveTo>
                  <a:lnTo>
                    <a:pt x="410124" y="154628"/>
                  </a:lnTo>
                  <a:lnTo>
                    <a:pt x="419936" y="156616"/>
                  </a:lnTo>
                  <a:lnTo>
                    <a:pt x="428661" y="162581"/>
                  </a:lnTo>
                  <a:lnTo>
                    <a:pt x="433295" y="167293"/>
                  </a:lnTo>
                  <a:lnTo>
                    <a:pt x="436191" y="174362"/>
                  </a:lnTo>
                  <a:lnTo>
                    <a:pt x="436191" y="188499"/>
                  </a:lnTo>
                  <a:lnTo>
                    <a:pt x="433295" y="194979"/>
                  </a:lnTo>
                  <a:lnTo>
                    <a:pt x="428661" y="200280"/>
                  </a:lnTo>
                  <a:lnTo>
                    <a:pt x="419936" y="206245"/>
                  </a:lnTo>
                  <a:lnTo>
                    <a:pt x="410124" y="208233"/>
                  </a:lnTo>
                  <a:lnTo>
                    <a:pt x="456626" y="208233"/>
                  </a:lnTo>
                  <a:lnTo>
                    <a:pt x="460412" y="202434"/>
                  </a:lnTo>
                  <a:lnTo>
                    <a:pt x="464431" y="181431"/>
                  </a:lnTo>
                  <a:lnTo>
                    <a:pt x="460412" y="160427"/>
                  </a:lnTo>
                  <a:lnTo>
                    <a:pt x="456626" y="154628"/>
                  </a:lnTo>
                  <a:close/>
                </a:path>
                <a:path w="473075" h="485775">
                  <a:moveTo>
                    <a:pt x="448548" y="142258"/>
                  </a:moveTo>
                  <a:lnTo>
                    <a:pt x="307593" y="142258"/>
                  </a:lnTo>
                  <a:lnTo>
                    <a:pt x="317405" y="144246"/>
                  </a:lnTo>
                  <a:lnTo>
                    <a:pt x="326130" y="150210"/>
                  </a:lnTo>
                  <a:lnTo>
                    <a:pt x="330764" y="154923"/>
                  </a:lnTo>
                  <a:lnTo>
                    <a:pt x="333660" y="161991"/>
                  </a:lnTo>
                  <a:lnTo>
                    <a:pt x="333660" y="176129"/>
                  </a:lnTo>
                  <a:lnTo>
                    <a:pt x="330764" y="182609"/>
                  </a:lnTo>
                  <a:lnTo>
                    <a:pt x="326130" y="187910"/>
                  </a:lnTo>
                  <a:lnTo>
                    <a:pt x="317405" y="193874"/>
                  </a:lnTo>
                  <a:lnTo>
                    <a:pt x="307593" y="195863"/>
                  </a:lnTo>
                  <a:lnTo>
                    <a:pt x="388667" y="195863"/>
                  </a:lnTo>
                  <a:lnTo>
                    <a:pt x="385722" y="191408"/>
                  </a:lnTo>
                  <a:lnTo>
                    <a:pt x="383767" y="181431"/>
                  </a:lnTo>
                  <a:lnTo>
                    <a:pt x="385614" y="172006"/>
                  </a:lnTo>
                  <a:lnTo>
                    <a:pt x="410124" y="154628"/>
                  </a:lnTo>
                  <a:lnTo>
                    <a:pt x="456626" y="154628"/>
                  </a:lnTo>
                  <a:lnTo>
                    <a:pt x="448548" y="142258"/>
                  </a:lnTo>
                  <a:close/>
                </a:path>
                <a:path w="473075" h="485775">
                  <a:moveTo>
                    <a:pt x="296587" y="8983"/>
                  </a:moveTo>
                  <a:lnTo>
                    <a:pt x="275932" y="13069"/>
                  </a:lnTo>
                  <a:lnTo>
                    <a:pt x="257776" y="25329"/>
                  </a:lnTo>
                  <a:lnTo>
                    <a:pt x="245720" y="43793"/>
                  </a:lnTo>
                  <a:lnTo>
                    <a:pt x="241701" y="64796"/>
                  </a:lnTo>
                  <a:lnTo>
                    <a:pt x="245720" y="85800"/>
                  </a:lnTo>
                  <a:lnTo>
                    <a:pt x="257776" y="104263"/>
                  </a:lnTo>
                  <a:lnTo>
                    <a:pt x="260672" y="107209"/>
                  </a:lnTo>
                  <a:lnTo>
                    <a:pt x="262410" y="108387"/>
                  </a:lnTo>
                  <a:lnTo>
                    <a:pt x="443722" y="108387"/>
                  </a:lnTo>
                  <a:lnTo>
                    <a:pt x="445364" y="104263"/>
                  </a:lnTo>
                  <a:lnTo>
                    <a:pt x="445481" y="103969"/>
                  </a:lnTo>
                  <a:lnTo>
                    <a:pt x="397959" y="103969"/>
                  </a:lnTo>
                  <a:lnTo>
                    <a:pt x="388148" y="101981"/>
                  </a:lnTo>
                  <a:lnTo>
                    <a:pt x="379423" y="96017"/>
                  </a:lnTo>
                  <a:lnTo>
                    <a:pt x="375078" y="91599"/>
                  </a:lnTo>
                  <a:lnTo>
                    <a:pt x="295429" y="91599"/>
                  </a:lnTo>
                  <a:lnTo>
                    <a:pt x="269361" y="57728"/>
                  </a:lnTo>
                  <a:lnTo>
                    <a:pt x="272258" y="51248"/>
                  </a:lnTo>
                  <a:lnTo>
                    <a:pt x="276892" y="45946"/>
                  </a:lnTo>
                  <a:lnTo>
                    <a:pt x="285617" y="39982"/>
                  </a:lnTo>
                  <a:lnTo>
                    <a:pt x="295429" y="37994"/>
                  </a:lnTo>
                  <a:lnTo>
                    <a:pt x="435796" y="37994"/>
                  </a:lnTo>
                  <a:lnTo>
                    <a:pt x="428661" y="30631"/>
                  </a:lnTo>
                  <a:lnTo>
                    <a:pt x="367837" y="30631"/>
                  </a:lnTo>
                  <a:lnTo>
                    <a:pt x="367837" y="30042"/>
                  </a:lnTo>
                  <a:lnTo>
                    <a:pt x="339453" y="30042"/>
                  </a:lnTo>
                  <a:lnTo>
                    <a:pt x="338295" y="28274"/>
                  </a:lnTo>
                  <a:lnTo>
                    <a:pt x="335398" y="25329"/>
                  </a:lnTo>
                  <a:lnTo>
                    <a:pt x="317242" y="13069"/>
                  </a:lnTo>
                  <a:lnTo>
                    <a:pt x="296587" y="8983"/>
                  </a:lnTo>
                  <a:close/>
                </a:path>
                <a:path w="473075" h="485775">
                  <a:moveTo>
                    <a:pt x="445495" y="50364"/>
                  </a:moveTo>
                  <a:lnTo>
                    <a:pt x="397959" y="50364"/>
                  </a:lnTo>
                  <a:lnTo>
                    <a:pt x="407771" y="52352"/>
                  </a:lnTo>
                  <a:lnTo>
                    <a:pt x="416496" y="58317"/>
                  </a:lnTo>
                  <a:lnTo>
                    <a:pt x="422361" y="67189"/>
                  </a:lnTo>
                  <a:lnTo>
                    <a:pt x="424316" y="77167"/>
                  </a:lnTo>
                  <a:lnTo>
                    <a:pt x="422361" y="87144"/>
                  </a:lnTo>
                  <a:lnTo>
                    <a:pt x="416496" y="96017"/>
                  </a:lnTo>
                  <a:lnTo>
                    <a:pt x="407771" y="101981"/>
                  </a:lnTo>
                  <a:lnTo>
                    <a:pt x="397959" y="103969"/>
                  </a:lnTo>
                  <a:lnTo>
                    <a:pt x="445481" y="103969"/>
                  </a:lnTo>
                  <a:lnTo>
                    <a:pt x="451958" y="87705"/>
                  </a:lnTo>
                  <a:lnTo>
                    <a:pt x="451832" y="66195"/>
                  </a:lnTo>
                  <a:lnTo>
                    <a:pt x="445495" y="50364"/>
                  </a:lnTo>
                  <a:close/>
                </a:path>
                <a:path w="473075" h="485775">
                  <a:moveTo>
                    <a:pt x="435796" y="37994"/>
                  </a:moveTo>
                  <a:lnTo>
                    <a:pt x="295429" y="37994"/>
                  </a:lnTo>
                  <a:lnTo>
                    <a:pt x="305240" y="39982"/>
                  </a:lnTo>
                  <a:lnTo>
                    <a:pt x="313965" y="45946"/>
                  </a:lnTo>
                  <a:lnTo>
                    <a:pt x="319830" y="54819"/>
                  </a:lnTo>
                  <a:lnTo>
                    <a:pt x="321785" y="64796"/>
                  </a:lnTo>
                  <a:lnTo>
                    <a:pt x="319830" y="74774"/>
                  </a:lnTo>
                  <a:lnTo>
                    <a:pt x="313965" y="83646"/>
                  </a:lnTo>
                  <a:lnTo>
                    <a:pt x="305240" y="89611"/>
                  </a:lnTo>
                  <a:lnTo>
                    <a:pt x="295429" y="91599"/>
                  </a:lnTo>
                  <a:lnTo>
                    <a:pt x="375078" y="91599"/>
                  </a:lnTo>
                  <a:lnTo>
                    <a:pt x="374789" y="91304"/>
                  </a:lnTo>
                  <a:lnTo>
                    <a:pt x="371892" y="84235"/>
                  </a:lnTo>
                  <a:lnTo>
                    <a:pt x="371892" y="70098"/>
                  </a:lnTo>
                  <a:lnTo>
                    <a:pt x="374209" y="63618"/>
                  </a:lnTo>
                  <a:lnTo>
                    <a:pt x="379423" y="58317"/>
                  </a:lnTo>
                  <a:lnTo>
                    <a:pt x="388148" y="52352"/>
                  </a:lnTo>
                  <a:lnTo>
                    <a:pt x="397959" y="50364"/>
                  </a:lnTo>
                  <a:lnTo>
                    <a:pt x="445495" y="50364"/>
                  </a:lnTo>
                  <a:lnTo>
                    <a:pt x="443885" y="46342"/>
                  </a:lnTo>
                  <a:lnTo>
                    <a:pt x="435796" y="37994"/>
                  </a:lnTo>
                  <a:close/>
                </a:path>
                <a:path w="473075" h="485775">
                  <a:moveTo>
                    <a:pt x="398249" y="21353"/>
                  </a:moveTo>
                  <a:lnTo>
                    <a:pt x="382554" y="23672"/>
                  </a:lnTo>
                  <a:lnTo>
                    <a:pt x="367837" y="30631"/>
                  </a:lnTo>
                  <a:lnTo>
                    <a:pt x="428661" y="30631"/>
                  </a:lnTo>
                  <a:lnTo>
                    <a:pt x="413944" y="23672"/>
                  </a:lnTo>
                  <a:lnTo>
                    <a:pt x="398249" y="21353"/>
                  </a:lnTo>
                  <a:close/>
                </a:path>
                <a:path w="473075" h="485775">
                  <a:moveTo>
                    <a:pt x="346984" y="0"/>
                  </a:moveTo>
                  <a:lnTo>
                    <a:pt x="340032" y="5890"/>
                  </a:lnTo>
                  <a:lnTo>
                    <a:pt x="339489" y="13069"/>
                  </a:lnTo>
                  <a:lnTo>
                    <a:pt x="339453" y="30042"/>
                  </a:lnTo>
                  <a:lnTo>
                    <a:pt x="367837" y="30042"/>
                  </a:lnTo>
                  <a:lnTo>
                    <a:pt x="367837" y="8246"/>
                  </a:lnTo>
                  <a:lnTo>
                    <a:pt x="362624" y="1767"/>
                  </a:lnTo>
                  <a:lnTo>
                    <a:pt x="355093" y="589"/>
                  </a:lnTo>
                  <a:lnTo>
                    <a:pt x="3469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05" name="object 18">
              <a:extLst>
                <a:ext uri="{FF2B5EF4-FFF2-40B4-BE49-F238E27FC236}">
                  <a16:creationId xmlns:a16="http://schemas.microsoft.com/office/drawing/2014/main" xmlns="" id="{C5054041-8D3E-BE74-5A2F-23E07CD0C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1381061"/>
              <a:ext cx="757237" cy="107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06" name="object 19">
              <a:extLst>
                <a:ext uri="{FF2B5EF4-FFF2-40B4-BE49-F238E27FC236}">
                  <a16:creationId xmlns:a16="http://schemas.microsoft.com/office/drawing/2014/main" xmlns="" id="{33FCE45D-87E3-BD44-CAA2-022A3FFFF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901" y="1424051"/>
              <a:ext cx="619125" cy="941069"/>
            </a:xfrm>
            <a:custGeom>
              <a:avLst/>
              <a:gdLst>
                <a:gd name="T0" fmla="*/ 618617 w 619125"/>
                <a:gd name="T1" fmla="*/ 0 h 941069"/>
                <a:gd name="T2" fmla="*/ 0 w 619125"/>
                <a:gd name="T3" fmla="*/ 940688 h 9410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125" h="941069">
                  <a:moveTo>
                    <a:pt x="618617" y="0"/>
                  </a:moveTo>
                  <a:lnTo>
                    <a:pt x="0" y="940688"/>
                  </a:lnTo>
                </a:path>
              </a:pathLst>
            </a:custGeom>
            <a:noFill/>
            <a:ln w="25400" algn="ctr">
              <a:solidFill>
                <a:srgbClr val="C050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07" name="object 20">
              <a:extLst>
                <a:ext uri="{FF2B5EF4-FFF2-40B4-BE49-F238E27FC236}">
                  <a16:creationId xmlns:a16="http://schemas.microsoft.com/office/drawing/2014/main" xmlns="" id="{677EAD59-9900-DF74-9998-0D442D247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7050" y="1314386"/>
              <a:ext cx="9763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08" name="object 21">
              <a:extLst>
                <a:ext uri="{FF2B5EF4-FFF2-40B4-BE49-F238E27FC236}">
                  <a16:creationId xmlns:a16="http://schemas.microsoft.com/office/drawing/2014/main" xmlns="" id="{ED38D292-30F3-DACE-5ECE-7A7EFB97C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8898" y="1391666"/>
              <a:ext cx="786130" cy="76200"/>
            </a:xfrm>
            <a:custGeom>
              <a:avLst/>
              <a:gdLst>
                <a:gd name="T0" fmla="*/ 709678 w 786129"/>
                <a:gd name="T1" fmla="*/ 0 h 76200"/>
                <a:gd name="T2" fmla="*/ 709043 w 786129"/>
                <a:gd name="T3" fmla="*/ 76200 h 76200"/>
                <a:gd name="T4" fmla="*/ 760702 w 786129"/>
                <a:gd name="T5" fmla="*/ 50926 h 76200"/>
                <a:gd name="T6" fmla="*/ 721997 w 786129"/>
                <a:gd name="T7" fmla="*/ 50926 h 76200"/>
                <a:gd name="T8" fmla="*/ 722251 w 786129"/>
                <a:gd name="T9" fmla="*/ 25526 h 76200"/>
                <a:gd name="T10" fmla="*/ 759727 w 786129"/>
                <a:gd name="T11" fmla="*/ 25526 h 76200"/>
                <a:gd name="T12" fmla="*/ 709678 w 786129"/>
                <a:gd name="T13" fmla="*/ 0 h 76200"/>
                <a:gd name="T14" fmla="*/ 126 w 786129"/>
                <a:gd name="T15" fmla="*/ 19685 h 76200"/>
                <a:gd name="T16" fmla="*/ 0 w 786129"/>
                <a:gd name="T17" fmla="*/ 44958 h 76200"/>
                <a:gd name="T18" fmla="*/ 721997 w 786129"/>
                <a:gd name="T19" fmla="*/ 50926 h 76200"/>
                <a:gd name="T20" fmla="*/ 709253 w 786129"/>
                <a:gd name="T21" fmla="*/ 50926 h 76200"/>
                <a:gd name="T22" fmla="*/ 709355 w 786129"/>
                <a:gd name="T23" fmla="*/ 38735 h 76200"/>
                <a:gd name="T24" fmla="*/ 709465 w 786129"/>
                <a:gd name="T25" fmla="*/ 25526 h 76200"/>
                <a:gd name="T26" fmla="*/ 722250 w 786129"/>
                <a:gd name="T27" fmla="*/ 25526 h 76200"/>
                <a:gd name="T28" fmla="*/ 126 w 786129"/>
                <a:gd name="T29" fmla="*/ 19685 h 76200"/>
                <a:gd name="T30" fmla="*/ 759727 w 786129"/>
                <a:gd name="T31" fmla="*/ 25526 h 76200"/>
                <a:gd name="T32" fmla="*/ 722251 w 786129"/>
                <a:gd name="T33" fmla="*/ 25526 h 76200"/>
                <a:gd name="T34" fmla="*/ 722118 w 786129"/>
                <a:gd name="T35" fmla="*/ 38735 h 76200"/>
                <a:gd name="T36" fmla="*/ 721997 w 786129"/>
                <a:gd name="T37" fmla="*/ 50926 h 76200"/>
                <a:gd name="T38" fmla="*/ 760702 w 786129"/>
                <a:gd name="T39" fmla="*/ 50926 h 76200"/>
                <a:gd name="T40" fmla="*/ 785624 w 786129"/>
                <a:gd name="T41" fmla="*/ 38735 h 76200"/>
                <a:gd name="T42" fmla="*/ 759727 w 786129"/>
                <a:gd name="T43" fmla="*/ 25526 h 76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86129" h="76200">
                  <a:moveTo>
                    <a:pt x="709676" y="0"/>
                  </a:moveTo>
                  <a:lnTo>
                    <a:pt x="709041" y="76200"/>
                  </a:lnTo>
                  <a:lnTo>
                    <a:pt x="760700" y="50926"/>
                  </a:lnTo>
                  <a:lnTo>
                    <a:pt x="721995" y="50926"/>
                  </a:lnTo>
                  <a:lnTo>
                    <a:pt x="722249" y="25526"/>
                  </a:lnTo>
                  <a:lnTo>
                    <a:pt x="759725" y="25526"/>
                  </a:lnTo>
                  <a:lnTo>
                    <a:pt x="709676" y="0"/>
                  </a:lnTo>
                  <a:close/>
                </a:path>
                <a:path w="786129" h="76200">
                  <a:moveTo>
                    <a:pt x="126" y="19685"/>
                  </a:moveTo>
                  <a:lnTo>
                    <a:pt x="0" y="44958"/>
                  </a:lnTo>
                  <a:lnTo>
                    <a:pt x="721995" y="50926"/>
                  </a:lnTo>
                  <a:lnTo>
                    <a:pt x="709251" y="50926"/>
                  </a:lnTo>
                  <a:lnTo>
                    <a:pt x="709353" y="38735"/>
                  </a:lnTo>
                  <a:lnTo>
                    <a:pt x="709463" y="25526"/>
                  </a:lnTo>
                  <a:lnTo>
                    <a:pt x="722248" y="25526"/>
                  </a:lnTo>
                  <a:lnTo>
                    <a:pt x="126" y="19685"/>
                  </a:lnTo>
                  <a:close/>
                </a:path>
                <a:path w="786129" h="76200">
                  <a:moveTo>
                    <a:pt x="759725" y="25526"/>
                  </a:moveTo>
                  <a:lnTo>
                    <a:pt x="722249" y="25526"/>
                  </a:lnTo>
                  <a:lnTo>
                    <a:pt x="722116" y="38735"/>
                  </a:lnTo>
                  <a:lnTo>
                    <a:pt x="721995" y="50926"/>
                  </a:lnTo>
                  <a:lnTo>
                    <a:pt x="760700" y="50926"/>
                  </a:lnTo>
                  <a:lnTo>
                    <a:pt x="785622" y="38735"/>
                  </a:lnTo>
                  <a:lnTo>
                    <a:pt x="759725" y="2552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sp>
          <p:nvSpPr>
            <p:cNvPr id="8209" name="object 22">
              <a:extLst>
                <a:ext uri="{FF2B5EF4-FFF2-40B4-BE49-F238E27FC236}">
                  <a16:creationId xmlns:a16="http://schemas.microsoft.com/office/drawing/2014/main" xmlns="" id="{BEB2D404-B3E7-F36D-7FC4-8D857BFA2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743" y="2331772"/>
              <a:ext cx="707390" cy="534670"/>
            </a:xfrm>
            <a:custGeom>
              <a:avLst/>
              <a:gdLst>
                <a:gd name="T0" fmla="*/ 565529 w 707389"/>
                <a:gd name="T1" fmla="*/ 0 h 534669"/>
                <a:gd name="T2" fmla="*/ 141383 w 707389"/>
                <a:gd name="T3" fmla="*/ 0 h 534669"/>
                <a:gd name="T4" fmla="*/ 0 w 707389"/>
                <a:gd name="T5" fmla="*/ 180644 h 534669"/>
                <a:gd name="T6" fmla="*/ 353455 w 707389"/>
                <a:gd name="T7" fmla="*/ 534082 h 534669"/>
                <a:gd name="T8" fmla="*/ 453053 w 707389"/>
                <a:gd name="T9" fmla="*/ 434492 h 534669"/>
                <a:gd name="T10" fmla="*/ 320466 w 707389"/>
                <a:gd name="T11" fmla="*/ 434492 h 534669"/>
                <a:gd name="T12" fmla="*/ 82317 w 707389"/>
                <a:gd name="T13" fmla="*/ 196353 h 534669"/>
                <a:gd name="T14" fmla="*/ 691202 w 707389"/>
                <a:gd name="T15" fmla="*/ 196353 h 534669"/>
                <a:gd name="T16" fmla="*/ 706911 w 707389"/>
                <a:gd name="T17" fmla="*/ 180645 h 534669"/>
                <a:gd name="T18" fmla="*/ 694617 w 707389"/>
                <a:gd name="T19" fmla="*/ 164936 h 534669"/>
                <a:gd name="T20" fmla="*/ 72104 w 707389"/>
                <a:gd name="T21" fmla="*/ 164936 h 534669"/>
                <a:gd name="T22" fmla="*/ 164318 w 707389"/>
                <a:gd name="T23" fmla="*/ 47124 h 534669"/>
                <a:gd name="T24" fmla="*/ 602411 w 707389"/>
                <a:gd name="T25" fmla="*/ 47124 h 534669"/>
                <a:gd name="T26" fmla="*/ 565529 w 707389"/>
                <a:gd name="T27" fmla="*/ 0 h 534669"/>
                <a:gd name="T28" fmla="*/ 251346 w 707389"/>
                <a:gd name="T29" fmla="*/ 196353 h 534669"/>
                <a:gd name="T30" fmla="*/ 217488 w 707389"/>
                <a:gd name="T31" fmla="*/ 196353 h 534669"/>
                <a:gd name="T32" fmla="*/ 320367 w 707389"/>
                <a:gd name="T33" fmla="*/ 434261 h 534669"/>
                <a:gd name="T34" fmla="*/ 320466 w 707389"/>
                <a:gd name="T35" fmla="*/ 434492 h 534669"/>
                <a:gd name="T36" fmla="*/ 453053 w 707389"/>
                <a:gd name="T37" fmla="*/ 434492 h 534669"/>
                <a:gd name="T38" fmla="*/ 453283 w 707389"/>
                <a:gd name="T39" fmla="*/ 434261 h 534669"/>
                <a:gd name="T40" fmla="*/ 386603 w 707389"/>
                <a:gd name="T41" fmla="*/ 434261 h 534669"/>
                <a:gd name="T42" fmla="*/ 387590 w 707389"/>
                <a:gd name="T43" fmla="*/ 431978 h 534669"/>
                <a:gd name="T44" fmla="*/ 353455 w 707389"/>
                <a:gd name="T45" fmla="*/ 431978 h 534669"/>
                <a:gd name="T46" fmla="*/ 251346 w 707389"/>
                <a:gd name="T47" fmla="*/ 196353 h 534669"/>
                <a:gd name="T48" fmla="*/ 691202 w 707389"/>
                <a:gd name="T49" fmla="*/ 196353 h 534669"/>
                <a:gd name="T50" fmla="*/ 624511 w 707389"/>
                <a:gd name="T51" fmla="*/ 196353 h 534669"/>
                <a:gd name="T52" fmla="*/ 386603 w 707389"/>
                <a:gd name="T53" fmla="*/ 434261 h 534669"/>
                <a:gd name="T54" fmla="*/ 453283 w 707389"/>
                <a:gd name="T55" fmla="*/ 434261 h 534669"/>
                <a:gd name="T56" fmla="*/ 691202 w 707389"/>
                <a:gd name="T57" fmla="*/ 196353 h 534669"/>
                <a:gd name="T58" fmla="*/ 489414 w 707389"/>
                <a:gd name="T59" fmla="*/ 196353 h 534669"/>
                <a:gd name="T60" fmla="*/ 455566 w 707389"/>
                <a:gd name="T61" fmla="*/ 196353 h 534669"/>
                <a:gd name="T62" fmla="*/ 353455 w 707389"/>
                <a:gd name="T63" fmla="*/ 431978 h 534669"/>
                <a:gd name="T64" fmla="*/ 387590 w 707389"/>
                <a:gd name="T65" fmla="*/ 431978 h 534669"/>
                <a:gd name="T66" fmla="*/ 489414 w 707389"/>
                <a:gd name="T67" fmla="*/ 196353 h 534669"/>
                <a:gd name="T68" fmla="*/ 285278 w 707389"/>
                <a:gd name="T69" fmla="*/ 47124 h 534669"/>
                <a:gd name="T70" fmla="*/ 252446 w 707389"/>
                <a:gd name="T71" fmla="*/ 47124 h 534669"/>
                <a:gd name="T72" fmla="*/ 216158 w 707389"/>
                <a:gd name="T73" fmla="*/ 164936 h 534669"/>
                <a:gd name="T74" fmla="*/ 249063 w 707389"/>
                <a:gd name="T75" fmla="*/ 164936 h 534669"/>
                <a:gd name="T76" fmla="*/ 285278 w 707389"/>
                <a:gd name="T77" fmla="*/ 47124 h 534669"/>
                <a:gd name="T78" fmla="*/ 454466 w 707389"/>
                <a:gd name="T79" fmla="*/ 47124 h 534669"/>
                <a:gd name="T80" fmla="*/ 421634 w 707389"/>
                <a:gd name="T81" fmla="*/ 47124 h 534669"/>
                <a:gd name="T82" fmla="*/ 457838 w 707389"/>
                <a:gd name="T83" fmla="*/ 164936 h 534669"/>
                <a:gd name="T84" fmla="*/ 490754 w 707389"/>
                <a:gd name="T85" fmla="*/ 164936 h 534669"/>
                <a:gd name="T86" fmla="*/ 454466 w 707389"/>
                <a:gd name="T87" fmla="*/ 47124 h 534669"/>
                <a:gd name="T88" fmla="*/ 602411 w 707389"/>
                <a:gd name="T89" fmla="*/ 47124 h 534669"/>
                <a:gd name="T90" fmla="*/ 542594 w 707389"/>
                <a:gd name="T91" fmla="*/ 47124 h 534669"/>
                <a:gd name="T92" fmla="*/ 634806 w 707389"/>
                <a:gd name="T93" fmla="*/ 164936 h 534669"/>
                <a:gd name="T94" fmla="*/ 694617 w 707389"/>
                <a:gd name="T95" fmla="*/ 164936 h 534669"/>
                <a:gd name="T96" fmla="*/ 602411 w 707389"/>
                <a:gd name="T97" fmla="*/ 47124 h 53466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707389" h="534669">
                  <a:moveTo>
                    <a:pt x="565527" y="0"/>
                  </a:moveTo>
                  <a:lnTo>
                    <a:pt x="141383" y="0"/>
                  </a:lnTo>
                  <a:lnTo>
                    <a:pt x="0" y="180644"/>
                  </a:lnTo>
                  <a:lnTo>
                    <a:pt x="353455" y="534080"/>
                  </a:lnTo>
                  <a:lnTo>
                    <a:pt x="453051" y="434490"/>
                  </a:lnTo>
                  <a:lnTo>
                    <a:pt x="320466" y="434490"/>
                  </a:lnTo>
                  <a:lnTo>
                    <a:pt x="82317" y="196353"/>
                  </a:lnTo>
                  <a:lnTo>
                    <a:pt x="691200" y="196353"/>
                  </a:lnTo>
                  <a:lnTo>
                    <a:pt x="706909" y="180645"/>
                  </a:lnTo>
                  <a:lnTo>
                    <a:pt x="694615" y="164936"/>
                  </a:lnTo>
                  <a:lnTo>
                    <a:pt x="72104" y="164936"/>
                  </a:lnTo>
                  <a:lnTo>
                    <a:pt x="164318" y="47124"/>
                  </a:lnTo>
                  <a:lnTo>
                    <a:pt x="602409" y="47124"/>
                  </a:lnTo>
                  <a:lnTo>
                    <a:pt x="565527" y="0"/>
                  </a:lnTo>
                  <a:close/>
                </a:path>
                <a:path w="707389" h="534669">
                  <a:moveTo>
                    <a:pt x="251346" y="196353"/>
                  </a:moveTo>
                  <a:lnTo>
                    <a:pt x="217488" y="196353"/>
                  </a:lnTo>
                  <a:lnTo>
                    <a:pt x="320367" y="434259"/>
                  </a:lnTo>
                  <a:lnTo>
                    <a:pt x="320466" y="434490"/>
                  </a:lnTo>
                  <a:lnTo>
                    <a:pt x="453051" y="434490"/>
                  </a:lnTo>
                  <a:lnTo>
                    <a:pt x="453281" y="434259"/>
                  </a:lnTo>
                  <a:lnTo>
                    <a:pt x="386601" y="434259"/>
                  </a:lnTo>
                  <a:lnTo>
                    <a:pt x="387588" y="431976"/>
                  </a:lnTo>
                  <a:lnTo>
                    <a:pt x="353455" y="431976"/>
                  </a:lnTo>
                  <a:lnTo>
                    <a:pt x="251346" y="196353"/>
                  </a:lnTo>
                  <a:close/>
                </a:path>
                <a:path w="707389" h="534669">
                  <a:moveTo>
                    <a:pt x="691200" y="196353"/>
                  </a:moveTo>
                  <a:lnTo>
                    <a:pt x="624509" y="196353"/>
                  </a:lnTo>
                  <a:lnTo>
                    <a:pt x="386601" y="434259"/>
                  </a:lnTo>
                  <a:lnTo>
                    <a:pt x="453281" y="434259"/>
                  </a:lnTo>
                  <a:lnTo>
                    <a:pt x="691200" y="196353"/>
                  </a:lnTo>
                  <a:close/>
                </a:path>
                <a:path w="707389" h="534669">
                  <a:moveTo>
                    <a:pt x="489412" y="196353"/>
                  </a:moveTo>
                  <a:lnTo>
                    <a:pt x="455564" y="196353"/>
                  </a:lnTo>
                  <a:lnTo>
                    <a:pt x="353455" y="431976"/>
                  </a:lnTo>
                  <a:lnTo>
                    <a:pt x="387588" y="431976"/>
                  </a:lnTo>
                  <a:lnTo>
                    <a:pt x="489412" y="196353"/>
                  </a:lnTo>
                  <a:close/>
                </a:path>
                <a:path w="707389" h="534669">
                  <a:moveTo>
                    <a:pt x="285278" y="47124"/>
                  </a:moveTo>
                  <a:lnTo>
                    <a:pt x="252446" y="47124"/>
                  </a:lnTo>
                  <a:lnTo>
                    <a:pt x="216158" y="164936"/>
                  </a:lnTo>
                  <a:lnTo>
                    <a:pt x="249063" y="164936"/>
                  </a:lnTo>
                  <a:lnTo>
                    <a:pt x="285278" y="47124"/>
                  </a:lnTo>
                  <a:close/>
                </a:path>
                <a:path w="707389" h="534669">
                  <a:moveTo>
                    <a:pt x="454464" y="47124"/>
                  </a:moveTo>
                  <a:lnTo>
                    <a:pt x="421632" y="47124"/>
                  </a:lnTo>
                  <a:lnTo>
                    <a:pt x="457836" y="164936"/>
                  </a:lnTo>
                  <a:lnTo>
                    <a:pt x="490752" y="164936"/>
                  </a:lnTo>
                  <a:lnTo>
                    <a:pt x="454464" y="47124"/>
                  </a:lnTo>
                  <a:close/>
                </a:path>
                <a:path w="707389" h="534669">
                  <a:moveTo>
                    <a:pt x="602409" y="47124"/>
                  </a:moveTo>
                  <a:lnTo>
                    <a:pt x="542592" y="47124"/>
                  </a:lnTo>
                  <a:lnTo>
                    <a:pt x="634804" y="164936"/>
                  </a:lnTo>
                  <a:lnTo>
                    <a:pt x="694615" y="164936"/>
                  </a:lnTo>
                  <a:lnTo>
                    <a:pt x="602409" y="471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10" name="object 23">
              <a:extLst>
                <a:ext uri="{FF2B5EF4-FFF2-40B4-BE49-F238E27FC236}">
                  <a16:creationId xmlns:a16="http://schemas.microsoft.com/office/drawing/2014/main" xmlns="" id="{72A92C58-023B-FD62-E838-F1136D7375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9550" y="1352486"/>
              <a:ext cx="795337" cy="110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11" name="object 24">
              <a:extLst>
                <a:ext uri="{FF2B5EF4-FFF2-40B4-BE49-F238E27FC236}">
                  <a16:creationId xmlns:a16="http://schemas.microsoft.com/office/drawing/2014/main" xmlns="" id="{9968ECC7-0601-EAEF-478A-6306EB4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050" y="1395476"/>
              <a:ext cx="658495" cy="984250"/>
            </a:xfrm>
            <a:custGeom>
              <a:avLst/>
              <a:gdLst>
                <a:gd name="T0" fmla="*/ 0 w 658495"/>
                <a:gd name="T1" fmla="*/ 0 h 984250"/>
                <a:gd name="T2" fmla="*/ 658113 w 658495"/>
                <a:gd name="T3" fmla="*/ 983996 h 9842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8495" h="984250">
                  <a:moveTo>
                    <a:pt x="0" y="0"/>
                  </a:moveTo>
                  <a:lnTo>
                    <a:pt x="658113" y="983996"/>
                  </a:lnTo>
                </a:path>
              </a:pathLst>
            </a:custGeom>
            <a:noFill/>
            <a:ln w="25400" algn="ctr">
              <a:solidFill>
                <a:srgbClr val="4F81B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12" name="object 25">
              <a:extLst>
                <a:ext uri="{FF2B5EF4-FFF2-40B4-BE49-F238E27FC236}">
                  <a16:creationId xmlns:a16="http://schemas.microsoft.com/office/drawing/2014/main" xmlns="" id="{6E4D4F87-A36E-AC1F-1F8E-E74832529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775" y="1304861"/>
              <a:ext cx="99536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13" name="object 26">
              <a:extLst>
                <a:ext uri="{FF2B5EF4-FFF2-40B4-BE49-F238E27FC236}">
                  <a16:creationId xmlns:a16="http://schemas.microsoft.com/office/drawing/2014/main" xmlns="" id="{7D87E2B8-4F8F-52CF-C1D5-EDAC8836A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951" y="1375791"/>
              <a:ext cx="803275" cy="76200"/>
            </a:xfrm>
            <a:custGeom>
              <a:avLst/>
              <a:gdLst>
                <a:gd name="T0" fmla="*/ 75691 w 803275"/>
                <a:gd name="T1" fmla="*/ 0 h 76200"/>
                <a:gd name="T2" fmla="*/ 0 w 803275"/>
                <a:gd name="T3" fmla="*/ 38988 h 76200"/>
                <a:gd name="T4" fmla="*/ 76581 w 803275"/>
                <a:gd name="T5" fmla="*/ 76200 h 76200"/>
                <a:gd name="T6" fmla="*/ 76286 w 803275"/>
                <a:gd name="T7" fmla="*/ 50926 h 76200"/>
                <a:gd name="T8" fmla="*/ 63626 w 803275"/>
                <a:gd name="T9" fmla="*/ 50926 h 76200"/>
                <a:gd name="T10" fmla="*/ 63246 w 803275"/>
                <a:gd name="T11" fmla="*/ 25526 h 76200"/>
                <a:gd name="T12" fmla="*/ 75988 w 803275"/>
                <a:gd name="T13" fmla="*/ 25371 h 76200"/>
                <a:gd name="T14" fmla="*/ 75691 w 803275"/>
                <a:gd name="T15" fmla="*/ 0 h 76200"/>
                <a:gd name="T16" fmla="*/ 75988 w 803275"/>
                <a:gd name="T17" fmla="*/ 25371 h 76200"/>
                <a:gd name="T18" fmla="*/ 63246 w 803275"/>
                <a:gd name="T19" fmla="*/ 25526 h 76200"/>
                <a:gd name="T20" fmla="*/ 63624 w 803275"/>
                <a:gd name="T21" fmla="*/ 50770 h 76200"/>
                <a:gd name="T22" fmla="*/ 63626 w 803275"/>
                <a:gd name="T23" fmla="*/ 50926 h 76200"/>
                <a:gd name="T24" fmla="*/ 76284 w 803275"/>
                <a:gd name="T25" fmla="*/ 50770 h 76200"/>
                <a:gd name="T26" fmla="*/ 75989 w 803275"/>
                <a:gd name="T27" fmla="*/ 25526 h 76200"/>
                <a:gd name="T28" fmla="*/ 75988 w 803275"/>
                <a:gd name="T29" fmla="*/ 25371 h 76200"/>
                <a:gd name="T30" fmla="*/ 76284 w 803275"/>
                <a:gd name="T31" fmla="*/ 50770 h 76200"/>
                <a:gd name="T32" fmla="*/ 63626 w 803275"/>
                <a:gd name="T33" fmla="*/ 50926 h 76200"/>
                <a:gd name="T34" fmla="*/ 76286 w 803275"/>
                <a:gd name="T35" fmla="*/ 50926 h 76200"/>
                <a:gd name="T36" fmla="*/ 76284 w 803275"/>
                <a:gd name="T37" fmla="*/ 50770 h 76200"/>
                <a:gd name="T38" fmla="*/ 803021 w 803275"/>
                <a:gd name="T39" fmla="*/ 16510 h 76200"/>
                <a:gd name="T40" fmla="*/ 75988 w 803275"/>
                <a:gd name="T41" fmla="*/ 25371 h 76200"/>
                <a:gd name="T42" fmla="*/ 76146 w 803275"/>
                <a:gd name="T43" fmla="*/ 38988 h 76200"/>
                <a:gd name="T44" fmla="*/ 76179 w 803275"/>
                <a:gd name="T45" fmla="*/ 41783 h 76200"/>
                <a:gd name="T46" fmla="*/ 76284 w 803275"/>
                <a:gd name="T47" fmla="*/ 50770 h 76200"/>
                <a:gd name="T48" fmla="*/ 803275 w 803275"/>
                <a:gd name="T49" fmla="*/ 41783 h 76200"/>
                <a:gd name="T50" fmla="*/ 803111 w 803275"/>
                <a:gd name="T51" fmla="*/ 25526 h 76200"/>
                <a:gd name="T52" fmla="*/ 803021 w 803275"/>
                <a:gd name="T53" fmla="*/ 16510 h 762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803275" h="76200">
                  <a:moveTo>
                    <a:pt x="75691" y="0"/>
                  </a:moveTo>
                  <a:lnTo>
                    <a:pt x="0" y="38988"/>
                  </a:lnTo>
                  <a:lnTo>
                    <a:pt x="76581" y="76200"/>
                  </a:lnTo>
                  <a:lnTo>
                    <a:pt x="76286" y="50926"/>
                  </a:lnTo>
                  <a:lnTo>
                    <a:pt x="63626" y="50926"/>
                  </a:lnTo>
                  <a:lnTo>
                    <a:pt x="63246" y="25526"/>
                  </a:lnTo>
                  <a:lnTo>
                    <a:pt x="75988" y="25371"/>
                  </a:lnTo>
                  <a:lnTo>
                    <a:pt x="75691" y="0"/>
                  </a:lnTo>
                  <a:close/>
                </a:path>
                <a:path w="803275" h="76200">
                  <a:moveTo>
                    <a:pt x="75988" y="25371"/>
                  </a:moveTo>
                  <a:lnTo>
                    <a:pt x="63246" y="25526"/>
                  </a:lnTo>
                  <a:lnTo>
                    <a:pt x="63624" y="50770"/>
                  </a:lnTo>
                  <a:lnTo>
                    <a:pt x="63626" y="50926"/>
                  </a:lnTo>
                  <a:lnTo>
                    <a:pt x="76284" y="50770"/>
                  </a:lnTo>
                  <a:lnTo>
                    <a:pt x="75989" y="25526"/>
                  </a:lnTo>
                  <a:lnTo>
                    <a:pt x="75988" y="25371"/>
                  </a:lnTo>
                  <a:close/>
                </a:path>
                <a:path w="803275" h="76200">
                  <a:moveTo>
                    <a:pt x="76284" y="50770"/>
                  </a:moveTo>
                  <a:lnTo>
                    <a:pt x="63626" y="50926"/>
                  </a:lnTo>
                  <a:lnTo>
                    <a:pt x="76286" y="50926"/>
                  </a:lnTo>
                  <a:lnTo>
                    <a:pt x="76284" y="50770"/>
                  </a:lnTo>
                  <a:close/>
                </a:path>
                <a:path w="803275" h="76200">
                  <a:moveTo>
                    <a:pt x="803021" y="16510"/>
                  </a:moveTo>
                  <a:lnTo>
                    <a:pt x="75988" y="25371"/>
                  </a:lnTo>
                  <a:lnTo>
                    <a:pt x="76146" y="38988"/>
                  </a:lnTo>
                  <a:lnTo>
                    <a:pt x="76179" y="41783"/>
                  </a:lnTo>
                  <a:lnTo>
                    <a:pt x="76284" y="50770"/>
                  </a:lnTo>
                  <a:lnTo>
                    <a:pt x="803275" y="41783"/>
                  </a:lnTo>
                  <a:lnTo>
                    <a:pt x="803111" y="25526"/>
                  </a:lnTo>
                  <a:lnTo>
                    <a:pt x="803021" y="1651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14" name="object 27">
              <a:extLst>
                <a:ext uri="{FF2B5EF4-FFF2-40B4-BE49-F238E27FC236}">
                  <a16:creationId xmlns:a16="http://schemas.microsoft.com/office/drawing/2014/main" xmlns="" id="{DDE72846-AA56-1C8C-A6F7-4AC2EA4B30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125" y="3619436"/>
              <a:ext cx="2347976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15" name="object 28">
              <a:extLst>
                <a:ext uri="{FF2B5EF4-FFF2-40B4-BE49-F238E27FC236}">
                  <a16:creationId xmlns:a16="http://schemas.microsoft.com/office/drawing/2014/main" xmlns="" id="{591AB93F-106F-6185-31A2-08D61B47A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575" y="3715893"/>
              <a:ext cx="2127885" cy="114300"/>
            </a:xfrm>
            <a:custGeom>
              <a:avLst/>
              <a:gdLst>
                <a:gd name="T0" fmla="*/ 114808 w 2127885"/>
                <a:gd name="T1" fmla="*/ 0 h 114300"/>
                <a:gd name="T2" fmla="*/ 0 w 2127885"/>
                <a:gd name="T3" fmla="*/ 56006 h 114300"/>
                <a:gd name="T4" fmla="*/ 113664 w 2127885"/>
                <a:gd name="T5" fmla="*/ 114299 h 114300"/>
                <a:gd name="T6" fmla="*/ 114045 w 2127885"/>
                <a:gd name="T7" fmla="*/ 76264 h 114300"/>
                <a:gd name="T8" fmla="*/ 94996 w 2127885"/>
                <a:gd name="T9" fmla="*/ 76072 h 114300"/>
                <a:gd name="T10" fmla="*/ 95375 w 2127885"/>
                <a:gd name="T11" fmla="*/ 38164 h 114300"/>
                <a:gd name="T12" fmla="*/ 95376 w 2127885"/>
                <a:gd name="T13" fmla="*/ 37972 h 114300"/>
                <a:gd name="T14" fmla="*/ 114428 w 2127885"/>
                <a:gd name="T15" fmla="*/ 37972 h 114300"/>
                <a:gd name="T16" fmla="*/ 114808 w 2127885"/>
                <a:gd name="T17" fmla="*/ 0 h 114300"/>
                <a:gd name="T18" fmla="*/ 114426 w 2127885"/>
                <a:gd name="T19" fmla="*/ 38164 h 114300"/>
                <a:gd name="T20" fmla="*/ 114047 w 2127885"/>
                <a:gd name="T21" fmla="*/ 76072 h 114300"/>
                <a:gd name="T22" fmla="*/ 114045 w 2127885"/>
                <a:gd name="T23" fmla="*/ 76264 h 114300"/>
                <a:gd name="T24" fmla="*/ 2127250 w 2127885"/>
                <a:gd name="T25" fmla="*/ 96519 h 114300"/>
                <a:gd name="T26" fmla="*/ 2127630 w 2127885"/>
                <a:gd name="T27" fmla="*/ 58419 h 114300"/>
                <a:gd name="T28" fmla="*/ 114426 w 2127885"/>
                <a:gd name="T29" fmla="*/ 38164 h 114300"/>
                <a:gd name="T30" fmla="*/ 95376 w 2127885"/>
                <a:gd name="T31" fmla="*/ 37972 h 114300"/>
                <a:gd name="T32" fmla="*/ 94996 w 2127885"/>
                <a:gd name="T33" fmla="*/ 76072 h 114300"/>
                <a:gd name="T34" fmla="*/ 114045 w 2127885"/>
                <a:gd name="T35" fmla="*/ 76264 h 114300"/>
                <a:gd name="T36" fmla="*/ 114426 w 2127885"/>
                <a:gd name="T37" fmla="*/ 38164 h 114300"/>
                <a:gd name="T38" fmla="*/ 95376 w 2127885"/>
                <a:gd name="T39" fmla="*/ 37972 h 114300"/>
                <a:gd name="T40" fmla="*/ 114428 w 2127885"/>
                <a:gd name="T41" fmla="*/ 37972 h 114300"/>
                <a:gd name="T42" fmla="*/ 95376 w 2127885"/>
                <a:gd name="T43" fmla="*/ 37972 h 114300"/>
                <a:gd name="T44" fmla="*/ 114426 w 2127885"/>
                <a:gd name="T45" fmla="*/ 38164 h 114300"/>
                <a:gd name="T46" fmla="*/ 114428 w 2127885"/>
                <a:gd name="T47" fmla="*/ 37972 h 11430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27885" h="114300">
                  <a:moveTo>
                    <a:pt x="114808" y="0"/>
                  </a:moveTo>
                  <a:lnTo>
                    <a:pt x="0" y="56006"/>
                  </a:lnTo>
                  <a:lnTo>
                    <a:pt x="113664" y="114299"/>
                  </a:lnTo>
                  <a:lnTo>
                    <a:pt x="114045" y="76264"/>
                  </a:lnTo>
                  <a:lnTo>
                    <a:pt x="94996" y="76072"/>
                  </a:lnTo>
                  <a:lnTo>
                    <a:pt x="95375" y="38164"/>
                  </a:lnTo>
                  <a:lnTo>
                    <a:pt x="95376" y="37972"/>
                  </a:lnTo>
                  <a:lnTo>
                    <a:pt x="114428" y="37972"/>
                  </a:lnTo>
                  <a:lnTo>
                    <a:pt x="114808" y="0"/>
                  </a:lnTo>
                  <a:close/>
                </a:path>
                <a:path w="2127885" h="114300">
                  <a:moveTo>
                    <a:pt x="114426" y="38164"/>
                  </a:moveTo>
                  <a:lnTo>
                    <a:pt x="114047" y="76072"/>
                  </a:lnTo>
                  <a:lnTo>
                    <a:pt x="114045" y="76264"/>
                  </a:lnTo>
                  <a:lnTo>
                    <a:pt x="2127250" y="96519"/>
                  </a:lnTo>
                  <a:lnTo>
                    <a:pt x="2127630" y="58419"/>
                  </a:lnTo>
                  <a:lnTo>
                    <a:pt x="114426" y="38164"/>
                  </a:lnTo>
                  <a:close/>
                </a:path>
                <a:path w="2127885" h="114300">
                  <a:moveTo>
                    <a:pt x="95376" y="37972"/>
                  </a:moveTo>
                  <a:lnTo>
                    <a:pt x="94996" y="76072"/>
                  </a:lnTo>
                  <a:lnTo>
                    <a:pt x="114045" y="76264"/>
                  </a:lnTo>
                  <a:lnTo>
                    <a:pt x="114426" y="38164"/>
                  </a:lnTo>
                  <a:lnTo>
                    <a:pt x="95376" y="37972"/>
                  </a:lnTo>
                  <a:close/>
                </a:path>
                <a:path w="2127885" h="114300">
                  <a:moveTo>
                    <a:pt x="114428" y="37972"/>
                  </a:moveTo>
                  <a:lnTo>
                    <a:pt x="95376" y="37972"/>
                  </a:lnTo>
                  <a:lnTo>
                    <a:pt x="114426" y="38164"/>
                  </a:lnTo>
                  <a:lnTo>
                    <a:pt x="114428" y="37972"/>
                  </a:lnTo>
                  <a:close/>
                </a:path>
              </a:pathLst>
            </a:custGeom>
            <a:solidFill>
              <a:srgbClr val="806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16" name="object 29">
              <a:extLst>
                <a:ext uri="{FF2B5EF4-FFF2-40B4-BE49-F238E27FC236}">
                  <a16:creationId xmlns:a16="http://schemas.microsoft.com/office/drawing/2014/main" xmlns="" id="{F2FA1FAD-6EE8-7632-EFFA-B40A2EC81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75" y="4114736"/>
              <a:ext cx="1233487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17" name="object 30">
              <a:extLst>
                <a:ext uri="{FF2B5EF4-FFF2-40B4-BE49-F238E27FC236}">
                  <a16:creationId xmlns:a16="http://schemas.microsoft.com/office/drawing/2014/main" xmlns="" id="{14399682-C3E1-D126-6135-D698FF478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9851" y="4167250"/>
              <a:ext cx="1108710" cy="891540"/>
            </a:xfrm>
            <a:custGeom>
              <a:avLst/>
              <a:gdLst>
                <a:gd name="T0" fmla="*/ 0 w 1108709"/>
                <a:gd name="T1" fmla="*/ 891161 h 891539"/>
                <a:gd name="T2" fmla="*/ 1108330 w 1108709"/>
                <a:gd name="T3" fmla="*/ 0 h 8915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8709" h="891539">
                  <a:moveTo>
                    <a:pt x="0" y="891159"/>
                  </a:moveTo>
                  <a:lnTo>
                    <a:pt x="1108328" y="0"/>
                  </a:lnTo>
                </a:path>
              </a:pathLst>
            </a:custGeom>
            <a:noFill/>
            <a:ln w="25400" algn="ctr">
              <a:solidFill>
                <a:srgbClr val="9BBA5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  <p:pic>
          <p:nvPicPr>
            <p:cNvPr id="8218" name="object 31">
              <a:extLst>
                <a:ext uri="{FF2B5EF4-FFF2-40B4-BE49-F238E27FC236}">
                  <a16:creationId xmlns:a16="http://schemas.microsoft.com/office/drawing/2014/main" xmlns="" id="{A16108E4-2083-7A9D-9619-3F0EAD0A50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1825" y="4057586"/>
              <a:ext cx="1004887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8219" name="object 32">
              <a:extLst>
                <a:ext uri="{FF2B5EF4-FFF2-40B4-BE49-F238E27FC236}">
                  <a16:creationId xmlns:a16="http://schemas.microsoft.com/office/drawing/2014/main" xmlns="" id="{98B00386-442C-D9AB-FFBA-D705EB414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4148" y="4129150"/>
              <a:ext cx="825500" cy="76200"/>
            </a:xfrm>
            <a:custGeom>
              <a:avLst/>
              <a:gdLst>
                <a:gd name="T0" fmla="*/ 748792 w 825500"/>
                <a:gd name="T1" fmla="*/ 0 h 76200"/>
                <a:gd name="T2" fmla="*/ 748792 w 825500"/>
                <a:gd name="T3" fmla="*/ 76200 h 76200"/>
                <a:gd name="T4" fmla="*/ 799592 w 825500"/>
                <a:gd name="T5" fmla="*/ 50800 h 76200"/>
                <a:gd name="T6" fmla="*/ 761492 w 825500"/>
                <a:gd name="T7" fmla="*/ 50800 h 76200"/>
                <a:gd name="T8" fmla="*/ 761492 w 825500"/>
                <a:gd name="T9" fmla="*/ 25400 h 76200"/>
                <a:gd name="T10" fmla="*/ 799592 w 825500"/>
                <a:gd name="T11" fmla="*/ 25400 h 76200"/>
                <a:gd name="T12" fmla="*/ 748792 w 825500"/>
                <a:gd name="T13" fmla="*/ 0 h 76200"/>
                <a:gd name="T14" fmla="*/ 748792 w 825500"/>
                <a:gd name="T15" fmla="*/ 25400 h 76200"/>
                <a:gd name="T16" fmla="*/ 0 w 825500"/>
                <a:gd name="T17" fmla="*/ 25400 h 76200"/>
                <a:gd name="T18" fmla="*/ 0 w 825500"/>
                <a:gd name="T19" fmla="*/ 50800 h 76200"/>
                <a:gd name="T20" fmla="*/ 748792 w 825500"/>
                <a:gd name="T21" fmla="*/ 50800 h 76200"/>
                <a:gd name="T22" fmla="*/ 748792 w 825500"/>
                <a:gd name="T23" fmla="*/ 25400 h 76200"/>
                <a:gd name="T24" fmla="*/ 799592 w 825500"/>
                <a:gd name="T25" fmla="*/ 25400 h 76200"/>
                <a:gd name="T26" fmla="*/ 761492 w 825500"/>
                <a:gd name="T27" fmla="*/ 25400 h 76200"/>
                <a:gd name="T28" fmla="*/ 761492 w 825500"/>
                <a:gd name="T29" fmla="*/ 50800 h 76200"/>
                <a:gd name="T30" fmla="*/ 799592 w 825500"/>
                <a:gd name="T31" fmla="*/ 50800 h 76200"/>
                <a:gd name="T32" fmla="*/ 824992 w 825500"/>
                <a:gd name="T33" fmla="*/ 38100 h 76200"/>
                <a:gd name="T34" fmla="*/ 799592 w 825500"/>
                <a:gd name="T35" fmla="*/ 25400 h 762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825500" h="76200">
                  <a:moveTo>
                    <a:pt x="748792" y="0"/>
                  </a:moveTo>
                  <a:lnTo>
                    <a:pt x="748792" y="76200"/>
                  </a:lnTo>
                  <a:lnTo>
                    <a:pt x="799592" y="50800"/>
                  </a:lnTo>
                  <a:lnTo>
                    <a:pt x="761492" y="50800"/>
                  </a:lnTo>
                  <a:lnTo>
                    <a:pt x="761492" y="25400"/>
                  </a:lnTo>
                  <a:lnTo>
                    <a:pt x="799592" y="25400"/>
                  </a:lnTo>
                  <a:lnTo>
                    <a:pt x="748792" y="0"/>
                  </a:lnTo>
                  <a:close/>
                </a:path>
                <a:path w="825500" h="76200">
                  <a:moveTo>
                    <a:pt x="748792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748792" y="50800"/>
                  </a:lnTo>
                  <a:lnTo>
                    <a:pt x="748792" y="25400"/>
                  </a:lnTo>
                  <a:close/>
                </a:path>
                <a:path w="825500" h="76200">
                  <a:moveTo>
                    <a:pt x="799592" y="25400"/>
                  </a:moveTo>
                  <a:lnTo>
                    <a:pt x="761492" y="25400"/>
                  </a:lnTo>
                  <a:lnTo>
                    <a:pt x="761492" y="50800"/>
                  </a:lnTo>
                  <a:lnTo>
                    <a:pt x="799592" y="50800"/>
                  </a:lnTo>
                  <a:lnTo>
                    <a:pt x="824992" y="38100"/>
                  </a:lnTo>
                  <a:lnTo>
                    <a:pt x="799592" y="25400"/>
                  </a:lnTo>
                  <a:close/>
                </a:path>
              </a:pathLst>
            </a:custGeom>
            <a:solidFill>
              <a:srgbClr val="9BB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8201" name="object 33">
            <a:extLst>
              <a:ext uri="{FF2B5EF4-FFF2-40B4-BE49-F238E27FC236}">
                <a16:creationId xmlns:a16="http://schemas.microsoft.com/office/drawing/2014/main" xmlns="" id="{68FB8048-57C5-7324-BFDE-4EC3E496E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1119188"/>
            <a:ext cx="3919537" cy="481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51435" rIns="0" bIns="0">
            <a:spAutoFit/>
          </a:bodyPr>
          <a:lstStyle>
            <a:lvl1pPr marL="582613" eaLnBrk="0" hangingPunct="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tabLst>
                <a:tab pos="2984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4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t>Value proposition</a:t>
            </a:r>
            <a:endParaRPr lang="ru-RU" altLang="en-US" dirty="0"/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Autonomous Multi-Agent Itineraries: Personalized schedules with live transit, costs, and PDF export.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Tourist Safety Radar: Crowdsourced scam shield, weather advisories, and instant emergency SOS.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Inclusive Digital Economy: UPI virtual wallet for foreigners and geofenced rewards for heritage artisans.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Key features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5-in-1 Multi-Agent Squad &amp; PDF Planner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Real-Time Scam Shield &amp; Safety SOS Command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Tourister Virtual Wallet (UPI for Foreigners)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Geofenced T-Points for Heritage Artisans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Uniqueness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India's 1st Autonomous Multi-Agent Travel Planner with Train Numbers &amp; PDF Export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Geofenced GI Artisan Sustenance Engine with Airport/Station Lounge &amp; Dining Rewards</a:t>
            </a: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xmlns="" id="{20C4B1F9-727E-D528-3E31-3514CDB5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eaLnBrk="0" fontAlgn="auto" hangingPunct="0">
              <a:lnSpc>
                <a:spcPts val="1240"/>
              </a:lnSpc>
              <a:buSzTx/>
              <a:buFontTx/>
              <a:buNone/>
              <a:defRPr/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Calibri"/>
              </a:rPr>
              <a:t>@SIH</a:t>
            </a:r>
            <a:r>
              <a:rPr spc="-4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Calibri"/>
              </a:rPr>
              <a:t> 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Calibri"/>
              </a:rPr>
              <a:t>Idea</a:t>
            </a:r>
            <a:r>
              <a:rPr spc="-1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Calibri"/>
              </a:rPr>
              <a:t> submission</a:t>
            </a:r>
          </a:p>
        </p:txBody>
      </p:sp>
      <p:sp>
        <p:nvSpPr>
          <p:cNvPr id="8203" name="object 35">
            <a:extLst>
              <a:ext uri="{FF2B5EF4-FFF2-40B4-BE49-F238E27FC236}">
                <a16:creationId xmlns:a16="http://schemas.microsoft.com/office/drawing/2014/main" xmlns="" id="{90BC4E3D-C6C3-ADAA-A034-A5B159CB3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11382375" y="6472238"/>
            <a:ext cx="166688" cy="16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81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A325426D-0B58-4891-B193-EDEDE0E3F956}" type="slidenum">
              <a:rPr lang="ru-RU" altLang="en-US" b="1">
                <a:solidFill>
                  <a:srgbClr val="FFFFFF"/>
                </a:solidFill>
              </a:rPr>
              <a:pPr eaLnBrk="1" hangingPunct="1"/>
              <a:t>2</a:t>
            </a:fld>
            <a:endParaRPr lang="ru-RU" altLang="en-US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bject 2" descr="$PPTXTitle">
            <a:extLst>
              <a:ext uri="{FF2B5EF4-FFF2-40B4-BE49-F238E27FC236}">
                <a16:creationId xmlns:a16="http://schemas.microsoft.com/office/drawing/2014/main" xmlns="" id="{8CFCE045-19A2-3B67-9557-D161C158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025" y="155575"/>
            <a:ext cx="8104188" cy="636588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tIns="75311"/>
          <a:lstStyle/>
          <a:p>
            <a:pPr marL="1916113">
              <a:spcBef>
                <a:spcPts val="100"/>
              </a:spcBef>
            </a:pPr>
            <a:r>
              <a:rPr lang="ru-RU" altLang="en-US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TECHNICAL APPROACH</a:t>
            </a:r>
          </a:p>
        </p:txBody>
      </p:sp>
      <p:sp>
        <p:nvSpPr>
          <p:cNvPr id="9220" name="object 4">
            <a:extLst>
              <a:ext uri="{FF2B5EF4-FFF2-40B4-BE49-F238E27FC236}">
                <a16:creationId xmlns:a16="http://schemas.microsoft.com/office/drawing/2014/main" xmlns="" id="{619B8127-45AA-71F7-5BE0-CFCDD7D66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1319213"/>
            <a:ext cx="4600575" cy="2033249"/>
          </a:xfrm>
          <a:prstGeom prst="rect">
            <a:avLst/>
          </a:prstGeom>
          <a:noFill/>
          <a:ln w="28575">
            <a:solidFill>
              <a:srgbClr val="4471C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45085" rIns="0" bIns="0">
            <a:spAutoFit/>
          </a:bodyPr>
          <a:lstStyle>
            <a:lvl1pPr marL="85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35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Programming Languages &amp; Frontend:</a:t>
            </a:r>
            <a:endParaRPr lang="ru-RU" altLang="en-US" sz="1500" dirty="0">
              <a:latin typeface="Arial" panose="020B0604020202020204" pitchFamily="34" charset="0"/>
            </a:endParaRP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React 18 &amp; HTML5/CSS3: Dynamic responsive UI with Framer Motion animations.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JavaScript (ES6+): Real-time client-side async logic and state orchestration.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Frameworks, Libraries &amp; Intelligence: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Puter.js (openai/gpt-5.6-luna): Multi-agent autonomous AI orchestrator.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Node.js &amp; Express: High-throughput API gateway and microservices.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Leaflet.js &amp; OpenStreetMap / OSRM: Interactive routing, GPS, and geofencing.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PostgreSQL &amp; LocalDB: Relational storage for itineraries and user profiles.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FastTrack Pass &amp; PDF Engine: Instant QR token generation &amp; high-res PDF booklets.</a:t>
            </a:r>
          </a:p>
        </p:txBody>
      </p:sp>
      <p:sp>
        <p:nvSpPr>
          <p:cNvPr id="9224" name="object 8">
            <a:extLst>
              <a:ext uri="{FF2B5EF4-FFF2-40B4-BE49-F238E27FC236}">
                <a16:creationId xmlns:a16="http://schemas.microsoft.com/office/drawing/2014/main" xmlns="" id="{D7BF8037-604F-4EC2-CFD0-E3E30B919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3" y="3919538"/>
            <a:ext cx="2038350" cy="1987724"/>
          </a:xfrm>
          <a:prstGeom prst="rect">
            <a:avLst/>
          </a:prstGeom>
          <a:noFill/>
          <a:ln w="28575">
            <a:solidFill>
              <a:srgbClr val="4F81B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4826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ts val="375"/>
              </a:spcBef>
              <a:buSzTx/>
              <a:buFontTx/>
              <a:buNone/>
              <a:defRPr sz="1100" b="1">
                <a:solidFill>
                  <a:srgbClr val="2563EB"/>
                </a:solidFill>
                <a:latin typeface="Calibri"/>
              </a:defRPr>
            </a:pPr>
            <a:r>
              <a:t>(View Live Prototype)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The product is 100% functional and live deployed at:</a:t>
            </a:r>
            <a:br/>
            <a:r>
              <a:t>https://saras5786.github.io/Tourister/</a:t>
            </a:r>
            <a:br/>
            <a:r>
              <a:t>Featuring Itinerary Planner, Multi-Agent Squad, Scam Shield, FastTrack Pass, and Tourist Wallet.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xmlns="" id="{194FCEE2-7B91-A9C3-249D-8D8FFF5293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9228" name="object 12">
            <a:extLst>
              <a:ext uri="{FF2B5EF4-FFF2-40B4-BE49-F238E27FC236}">
                <a16:creationId xmlns:a16="http://schemas.microsoft.com/office/drawing/2014/main" xmlns="" id="{CA4075B6-B07D-1B54-2FEA-4130B85B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382375" y="6472238"/>
            <a:ext cx="166688" cy="16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81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73CD3058-3082-4289-88B3-E79F5E69BE72}" type="slidenum">
              <a:rPr lang="ru-RU" altLang="en-US" b="1">
                <a:solidFill>
                  <a:srgbClr val="FFFFFF"/>
                </a:solidFill>
              </a:rPr>
              <a:pPr eaLnBrk="1" hangingPunct="1"/>
              <a:t>3</a:t>
            </a:fld>
            <a:endParaRPr lang="ru-RU" altLang="en-US" b="1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BE6FC2C-0ADE-9160-FC09-2AE9819F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74" t="11652" r="647" b="4441"/>
          <a:stretch>
            <a:fillRect/>
          </a:stretch>
        </p:blipFill>
        <p:spPr>
          <a:xfrm>
            <a:off x="5183637" y="1267047"/>
            <a:ext cx="6814971" cy="4900715"/>
          </a:xfrm>
          <a:prstGeom prst="rect">
            <a:avLst/>
          </a:prstGeom>
        </p:spPr>
      </p:pic>
      <p:sp>
        <p:nvSpPr>
          <p:cNvPr id="2" name="AutoShape 2" descr="blob:https://web.whatsapp.com/a9df5d63-1837-4d39-a66b-41292dd3efe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blob:https://web.whatsapp.com/a9df5d63-1837-4d39-a66b-41292dd3efe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r="9848"/>
          <a:stretch/>
        </p:blipFill>
        <p:spPr>
          <a:xfrm>
            <a:off x="0" y="3919538"/>
            <a:ext cx="2863251" cy="21122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bject 2" descr="$PPTXTitle">
            <a:extLst>
              <a:ext uri="{FF2B5EF4-FFF2-40B4-BE49-F238E27FC236}">
                <a16:creationId xmlns:a16="http://schemas.microsoft.com/office/drawing/2014/main" xmlns="" id="{7DBD2433-A0D5-0BAF-88A5-4CFFB19D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025" y="155575"/>
            <a:ext cx="8104188" cy="636588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tIns="75311"/>
          <a:lstStyle/>
          <a:p>
            <a:pPr marL="1349375">
              <a:spcBef>
                <a:spcPts val="100"/>
              </a:spcBef>
            </a:pPr>
            <a:r>
              <a:rPr lang="ru-RU" altLang="en-US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FEASIBILITY AND VIABILITY</a:t>
            </a:r>
          </a:p>
        </p:txBody>
      </p:sp>
      <p:sp>
        <p:nvSpPr>
          <p:cNvPr id="10244" name="object 4">
            <a:extLst>
              <a:ext uri="{FF2B5EF4-FFF2-40B4-BE49-F238E27FC236}">
                <a16:creationId xmlns:a16="http://schemas.microsoft.com/office/drawing/2014/main" xmlns="" id="{F5DC25D3-87A6-E8DA-B96F-2F0ED09E3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1114425"/>
            <a:ext cx="39687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b="1">
                <a:latin typeface="Arial" panose="020B0604020202020204" pitchFamily="34" charset="0"/>
              </a:rPr>
              <a:t>Analysis of the feasibility of the idea</a:t>
            </a:r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9D52BDE8-7C6E-F3AF-A9E2-990F94C88947}"/>
              </a:ext>
            </a:extLst>
          </p:cNvPr>
          <p:cNvSpPr txBox="1"/>
          <p:nvPr/>
        </p:nvSpPr>
        <p:spPr>
          <a:xfrm>
            <a:off x="77788" y="1390650"/>
            <a:ext cx="7026275" cy="5143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875" rIns="0" bIns="0">
            <a:spAutoFit/>
          </a:bodyPr>
          <a:lstStyle/>
          <a:p>
            <a:pPr marL="298450" indent="-285750" eaLnBrk="0" fontAlgn="auto" hangingPunct="0">
              <a:spcBef>
                <a:spcPts val="125"/>
              </a:spcBef>
              <a:buSzTx/>
              <a:buFontTx/>
              <a:buChar char="•"/>
              <a:tabLst>
                <a:tab pos="298450" algn="l"/>
              </a:tabLst>
              <a:defRPr sz="1000">
                <a:solidFill>
                  <a:srgbClr val="1E293B"/>
                </a:solidFill>
                <a:latin typeface="Arial"/>
              </a:defRPr>
            </a:pPr>
            <a:r>
              <a:t>• Production Feasibility: Built on robust web standards (React, Node.js, Puter.js AI, OpenStreetMap).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Challenge 4 Solved (Fintech Viability): Tourister Wallet enables foreigners to make instant UPI payments.</a:t>
            </a:r>
          </a:p>
        </p:txBody>
      </p:sp>
      <p:grpSp>
        <p:nvGrpSpPr>
          <p:cNvPr id="10248" name="object 8">
            <a:extLst>
              <a:ext uri="{FF2B5EF4-FFF2-40B4-BE49-F238E27FC236}">
                <a16:creationId xmlns:a16="http://schemas.microsoft.com/office/drawing/2014/main" xmlns="" id="{92E7F5D7-B198-A28E-6CE3-E0F785ED22C3}"/>
              </a:ext>
            </a:extLst>
          </p:cNvPr>
          <p:cNvGrpSpPr>
            <a:grpSpLocks/>
          </p:cNvGrpSpPr>
          <p:nvPr/>
        </p:nvGrpSpPr>
        <p:grpSpPr bwMode="auto">
          <a:xfrm>
            <a:off x="352425" y="2105025"/>
            <a:ext cx="3348038" cy="1728788"/>
            <a:chOff x="352385" y="2104822"/>
            <a:chExt cx="3348354" cy="1729105"/>
          </a:xfrm>
        </p:grpSpPr>
        <p:pic>
          <p:nvPicPr>
            <p:cNvPr id="10287" name="object 9">
              <a:extLst>
                <a:ext uri="{FF2B5EF4-FFF2-40B4-BE49-F238E27FC236}">
                  <a16:creationId xmlns:a16="http://schemas.microsoft.com/office/drawing/2014/main" xmlns="" id="{2A86A1CB-FE0D-A79E-BB34-A181006001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385" y="2104822"/>
              <a:ext cx="3348179" cy="1728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88" name="object 10">
              <a:extLst>
                <a:ext uri="{FF2B5EF4-FFF2-40B4-BE49-F238E27FC236}">
                  <a16:creationId xmlns:a16="http://schemas.microsoft.com/office/drawing/2014/main" xmlns="" id="{0808494F-52BB-32EE-F724-43F7268AE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49" y="2142998"/>
              <a:ext cx="3081401" cy="1671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89" name="object 11">
              <a:extLst>
                <a:ext uri="{FF2B5EF4-FFF2-40B4-BE49-F238E27FC236}">
                  <a16:creationId xmlns:a16="http://schemas.microsoft.com/office/drawing/2014/main" xmlns="" id="{0112FFD8-8C68-DCBF-A6D9-6C14C484B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99" y="2114550"/>
              <a:ext cx="3295650" cy="1666875"/>
            </a:xfrm>
            <a:custGeom>
              <a:avLst/>
              <a:gdLst>
                <a:gd name="T0" fmla="*/ 3017774 w 3295650"/>
                <a:gd name="T1" fmla="*/ 0 h 1666875"/>
                <a:gd name="T2" fmla="*/ 277812 w 3295650"/>
                <a:gd name="T3" fmla="*/ 0 h 1666875"/>
                <a:gd name="T4" fmla="*/ 232750 w 3295650"/>
                <a:gd name="T5" fmla="*/ 3634 h 1666875"/>
                <a:gd name="T6" fmla="*/ 190003 w 3295650"/>
                <a:gd name="T7" fmla="*/ 14158 h 1666875"/>
                <a:gd name="T8" fmla="*/ 150142 w 3295650"/>
                <a:gd name="T9" fmla="*/ 31001 h 1666875"/>
                <a:gd name="T10" fmla="*/ 113741 w 3295650"/>
                <a:gd name="T11" fmla="*/ 53591 h 1666875"/>
                <a:gd name="T12" fmla="*/ 81370 w 3295650"/>
                <a:gd name="T13" fmla="*/ 81359 h 1666875"/>
                <a:gd name="T14" fmla="*/ 53602 w 3295650"/>
                <a:gd name="T15" fmla="*/ 113733 h 1666875"/>
                <a:gd name="T16" fmla="*/ 31009 w 3295650"/>
                <a:gd name="T17" fmla="*/ 150142 h 1666875"/>
                <a:gd name="T18" fmla="*/ 14163 w 3295650"/>
                <a:gd name="T19" fmla="*/ 190016 h 1666875"/>
                <a:gd name="T20" fmla="*/ 3636 w 3295650"/>
                <a:gd name="T21" fmla="*/ 232784 h 1666875"/>
                <a:gd name="T22" fmla="*/ 0 w 3295650"/>
                <a:gd name="T23" fmla="*/ 277875 h 1666875"/>
                <a:gd name="T24" fmla="*/ 0 w 3295650"/>
                <a:gd name="T25" fmla="*/ 1388999 h 1666875"/>
                <a:gd name="T26" fmla="*/ 3636 w 3295650"/>
                <a:gd name="T27" fmla="*/ 1434090 h 1666875"/>
                <a:gd name="T28" fmla="*/ 14163 w 3295650"/>
                <a:gd name="T29" fmla="*/ 1476858 h 1666875"/>
                <a:gd name="T30" fmla="*/ 31009 w 3295650"/>
                <a:gd name="T31" fmla="*/ 1516732 h 1666875"/>
                <a:gd name="T32" fmla="*/ 53602 w 3295650"/>
                <a:gd name="T33" fmla="*/ 1553141 h 1666875"/>
                <a:gd name="T34" fmla="*/ 81370 w 3295650"/>
                <a:gd name="T35" fmla="*/ 1585515 h 1666875"/>
                <a:gd name="T36" fmla="*/ 113741 w 3295650"/>
                <a:gd name="T37" fmla="*/ 1613283 h 1666875"/>
                <a:gd name="T38" fmla="*/ 150142 w 3295650"/>
                <a:gd name="T39" fmla="*/ 1635873 h 1666875"/>
                <a:gd name="T40" fmla="*/ 190003 w 3295650"/>
                <a:gd name="T41" fmla="*/ 1652716 h 1666875"/>
                <a:gd name="T42" fmla="*/ 232750 w 3295650"/>
                <a:gd name="T43" fmla="*/ 1663240 h 1666875"/>
                <a:gd name="T44" fmla="*/ 277812 w 3295650"/>
                <a:gd name="T45" fmla="*/ 1666875 h 1666875"/>
                <a:gd name="T46" fmla="*/ 3017774 w 3295650"/>
                <a:gd name="T47" fmla="*/ 1666875 h 1666875"/>
                <a:gd name="T48" fmla="*/ 3062865 w 3295650"/>
                <a:gd name="T49" fmla="*/ 1663240 h 1666875"/>
                <a:gd name="T50" fmla="*/ 3105633 w 3295650"/>
                <a:gd name="T51" fmla="*/ 1652716 h 1666875"/>
                <a:gd name="T52" fmla="*/ 3145507 w 3295650"/>
                <a:gd name="T53" fmla="*/ 1635873 h 1666875"/>
                <a:gd name="T54" fmla="*/ 3181916 w 3295650"/>
                <a:gd name="T55" fmla="*/ 1613283 h 1666875"/>
                <a:gd name="T56" fmla="*/ 3214290 w 3295650"/>
                <a:gd name="T57" fmla="*/ 1585515 h 1666875"/>
                <a:gd name="T58" fmla="*/ 3242058 w 3295650"/>
                <a:gd name="T59" fmla="*/ 1553141 h 1666875"/>
                <a:gd name="T60" fmla="*/ 3264648 w 3295650"/>
                <a:gd name="T61" fmla="*/ 1516732 h 1666875"/>
                <a:gd name="T62" fmla="*/ 3281491 w 3295650"/>
                <a:gd name="T63" fmla="*/ 1476858 h 1666875"/>
                <a:gd name="T64" fmla="*/ 3292015 w 3295650"/>
                <a:gd name="T65" fmla="*/ 1434090 h 1666875"/>
                <a:gd name="T66" fmla="*/ 3295650 w 3295650"/>
                <a:gd name="T67" fmla="*/ 1388999 h 1666875"/>
                <a:gd name="T68" fmla="*/ 3295650 w 3295650"/>
                <a:gd name="T69" fmla="*/ 277875 h 1666875"/>
                <a:gd name="T70" fmla="*/ 3292015 w 3295650"/>
                <a:gd name="T71" fmla="*/ 232784 h 1666875"/>
                <a:gd name="T72" fmla="*/ 3281491 w 3295650"/>
                <a:gd name="T73" fmla="*/ 190016 h 1666875"/>
                <a:gd name="T74" fmla="*/ 3264648 w 3295650"/>
                <a:gd name="T75" fmla="*/ 150142 h 1666875"/>
                <a:gd name="T76" fmla="*/ 3242058 w 3295650"/>
                <a:gd name="T77" fmla="*/ 113733 h 1666875"/>
                <a:gd name="T78" fmla="*/ 3214290 w 3295650"/>
                <a:gd name="T79" fmla="*/ 81359 h 1666875"/>
                <a:gd name="T80" fmla="*/ 3181916 w 3295650"/>
                <a:gd name="T81" fmla="*/ 53591 h 1666875"/>
                <a:gd name="T82" fmla="*/ 3145507 w 3295650"/>
                <a:gd name="T83" fmla="*/ 31001 h 1666875"/>
                <a:gd name="T84" fmla="*/ 3105633 w 3295650"/>
                <a:gd name="T85" fmla="*/ 14158 h 1666875"/>
                <a:gd name="T86" fmla="*/ 3062865 w 3295650"/>
                <a:gd name="T87" fmla="*/ 3634 h 1666875"/>
                <a:gd name="T88" fmla="*/ 3017774 w 3295650"/>
                <a:gd name="T89" fmla="*/ 0 h 166687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295650" h="1666875">
                  <a:moveTo>
                    <a:pt x="3017774" y="0"/>
                  </a:moveTo>
                  <a:lnTo>
                    <a:pt x="277812" y="0"/>
                  </a:lnTo>
                  <a:lnTo>
                    <a:pt x="232750" y="3634"/>
                  </a:lnTo>
                  <a:lnTo>
                    <a:pt x="190003" y="14158"/>
                  </a:lnTo>
                  <a:lnTo>
                    <a:pt x="150142" y="31001"/>
                  </a:lnTo>
                  <a:lnTo>
                    <a:pt x="113741" y="53591"/>
                  </a:lnTo>
                  <a:lnTo>
                    <a:pt x="81370" y="81359"/>
                  </a:lnTo>
                  <a:lnTo>
                    <a:pt x="53602" y="113733"/>
                  </a:lnTo>
                  <a:lnTo>
                    <a:pt x="31009" y="150142"/>
                  </a:lnTo>
                  <a:lnTo>
                    <a:pt x="14163" y="190016"/>
                  </a:lnTo>
                  <a:lnTo>
                    <a:pt x="3636" y="232784"/>
                  </a:lnTo>
                  <a:lnTo>
                    <a:pt x="0" y="277875"/>
                  </a:lnTo>
                  <a:lnTo>
                    <a:pt x="0" y="1388999"/>
                  </a:lnTo>
                  <a:lnTo>
                    <a:pt x="3636" y="1434090"/>
                  </a:lnTo>
                  <a:lnTo>
                    <a:pt x="14163" y="1476858"/>
                  </a:lnTo>
                  <a:lnTo>
                    <a:pt x="31009" y="1516732"/>
                  </a:lnTo>
                  <a:lnTo>
                    <a:pt x="53602" y="1553141"/>
                  </a:lnTo>
                  <a:lnTo>
                    <a:pt x="81370" y="1585515"/>
                  </a:lnTo>
                  <a:lnTo>
                    <a:pt x="113741" y="1613283"/>
                  </a:lnTo>
                  <a:lnTo>
                    <a:pt x="150142" y="1635873"/>
                  </a:lnTo>
                  <a:lnTo>
                    <a:pt x="190003" y="1652716"/>
                  </a:lnTo>
                  <a:lnTo>
                    <a:pt x="232750" y="1663240"/>
                  </a:lnTo>
                  <a:lnTo>
                    <a:pt x="277812" y="1666875"/>
                  </a:lnTo>
                  <a:lnTo>
                    <a:pt x="3017774" y="1666875"/>
                  </a:lnTo>
                  <a:lnTo>
                    <a:pt x="3062865" y="1663240"/>
                  </a:lnTo>
                  <a:lnTo>
                    <a:pt x="3105633" y="1652716"/>
                  </a:lnTo>
                  <a:lnTo>
                    <a:pt x="3145507" y="1635873"/>
                  </a:lnTo>
                  <a:lnTo>
                    <a:pt x="3181916" y="1613283"/>
                  </a:lnTo>
                  <a:lnTo>
                    <a:pt x="3214290" y="1585515"/>
                  </a:lnTo>
                  <a:lnTo>
                    <a:pt x="3242058" y="1553141"/>
                  </a:lnTo>
                  <a:lnTo>
                    <a:pt x="3264648" y="1516732"/>
                  </a:lnTo>
                  <a:lnTo>
                    <a:pt x="3281491" y="1476858"/>
                  </a:lnTo>
                  <a:lnTo>
                    <a:pt x="3292015" y="1434090"/>
                  </a:lnTo>
                  <a:lnTo>
                    <a:pt x="3295650" y="1388999"/>
                  </a:lnTo>
                  <a:lnTo>
                    <a:pt x="3295650" y="277875"/>
                  </a:lnTo>
                  <a:lnTo>
                    <a:pt x="3292015" y="232784"/>
                  </a:lnTo>
                  <a:lnTo>
                    <a:pt x="3281491" y="190016"/>
                  </a:lnTo>
                  <a:lnTo>
                    <a:pt x="3264648" y="150142"/>
                  </a:lnTo>
                  <a:lnTo>
                    <a:pt x="3242058" y="113733"/>
                  </a:lnTo>
                  <a:lnTo>
                    <a:pt x="3214290" y="81359"/>
                  </a:lnTo>
                  <a:lnTo>
                    <a:pt x="3181916" y="53591"/>
                  </a:lnTo>
                  <a:lnTo>
                    <a:pt x="3145507" y="31001"/>
                  </a:lnTo>
                  <a:lnTo>
                    <a:pt x="3105633" y="14158"/>
                  </a:lnTo>
                  <a:lnTo>
                    <a:pt x="3062865" y="3634"/>
                  </a:lnTo>
                  <a:lnTo>
                    <a:pt x="3017774" y="0"/>
                  </a:lnTo>
                  <a:close/>
                </a:path>
              </a:pathLst>
            </a:custGeom>
            <a:solidFill>
              <a:srgbClr val="F3F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10249" name="object 12">
            <a:extLst>
              <a:ext uri="{FF2B5EF4-FFF2-40B4-BE49-F238E27FC236}">
                <a16:creationId xmlns:a16="http://schemas.microsoft.com/office/drawing/2014/main" xmlns="" id="{2F4F1F90-D948-13AB-AB1C-9E2C4693F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2201863"/>
            <a:ext cx="2741613" cy="118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42545" rIns="0" bIns="0">
            <a:spAutoFit/>
          </a:bodyPr>
          <a:lstStyle>
            <a:lvl1pPr marL="11113" indent="-476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325"/>
              </a:spcBef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Challenge 1</a:t>
            </a:r>
            <a:endParaRPr lang="ru-RU" altLang="en-US" sz="1500" dirty="0">
              <a:latin typeface="Arial" panose="020B0604020202020204" pitchFamily="34" charset="0"/>
            </a:endParaRP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There is no proper plan in place, which is causing confusion, delays, and difficulties in achieving desired results effectively.</a:t>
            </a:r>
          </a:p>
        </p:txBody>
      </p:sp>
      <p:grpSp>
        <p:nvGrpSpPr>
          <p:cNvPr id="10250" name="object 13">
            <a:extLst>
              <a:ext uri="{FF2B5EF4-FFF2-40B4-BE49-F238E27FC236}">
                <a16:creationId xmlns:a16="http://schemas.microsoft.com/office/drawing/2014/main" xmlns="" id="{B859DA24-4A4F-EB14-BA17-2FE4BE9B0786}"/>
              </a:ext>
            </a:extLst>
          </p:cNvPr>
          <p:cNvGrpSpPr>
            <a:grpSpLocks/>
          </p:cNvGrpSpPr>
          <p:nvPr/>
        </p:nvGrpSpPr>
        <p:grpSpPr bwMode="auto">
          <a:xfrm>
            <a:off x="4238625" y="2076450"/>
            <a:ext cx="3700463" cy="1833563"/>
            <a:chOff x="4238589" y="2076323"/>
            <a:chExt cx="3700779" cy="1833880"/>
          </a:xfrm>
        </p:grpSpPr>
        <p:pic>
          <p:nvPicPr>
            <p:cNvPr id="10284" name="object 14">
              <a:extLst>
                <a:ext uri="{FF2B5EF4-FFF2-40B4-BE49-F238E27FC236}">
                  <a16:creationId xmlns:a16="http://schemas.microsoft.com/office/drawing/2014/main" xmlns="" id="{BB7E6C42-006E-5D1A-361F-D16499AD2A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589" y="2114347"/>
              <a:ext cx="3700597" cy="1719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85" name="object 15">
              <a:extLst>
                <a:ext uri="{FF2B5EF4-FFF2-40B4-BE49-F238E27FC236}">
                  <a16:creationId xmlns:a16="http://schemas.microsoft.com/office/drawing/2014/main" xmlns="" id="{23F8BDB2-BE1D-38BB-7CA8-110E6001F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4825" y="2076323"/>
              <a:ext cx="3605276" cy="1833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86" name="object 16">
              <a:extLst>
                <a:ext uri="{FF2B5EF4-FFF2-40B4-BE49-F238E27FC236}">
                  <a16:creationId xmlns:a16="http://schemas.microsoft.com/office/drawing/2014/main" xmlns="" id="{7A4BBA83-5183-3737-0CC8-E3DB17D24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2124075"/>
              <a:ext cx="3648075" cy="1657350"/>
            </a:xfrm>
            <a:custGeom>
              <a:avLst/>
              <a:gdLst>
                <a:gd name="T0" fmla="*/ 3371850 w 3648075"/>
                <a:gd name="T1" fmla="*/ 0 h 1657350"/>
                <a:gd name="T2" fmla="*/ 276225 w 3648075"/>
                <a:gd name="T3" fmla="*/ 0 h 1657350"/>
                <a:gd name="T4" fmla="*/ 226580 w 3648075"/>
                <a:gd name="T5" fmla="*/ 4451 h 1657350"/>
                <a:gd name="T6" fmla="*/ 179852 w 3648075"/>
                <a:gd name="T7" fmla="*/ 17284 h 1657350"/>
                <a:gd name="T8" fmla="*/ 136821 w 3648075"/>
                <a:gd name="T9" fmla="*/ 37719 h 1657350"/>
                <a:gd name="T10" fmla="*/ 98268 w 3648075"/>
                <a:gd name="T11" fmla="*/ 64973 h 1657350"/>
                <a:gd name="T12" fmla="*/ 64973 w 3648075"/>
                <a:gd name="T13" fmla="*/ 98268 h 1657350"/>
                <a:gd name="T14" fmla="*/ 37718 w 3648075"/>
                <a:gd name="T15" fmla="*/ 136821 h 1657350"/>
                <a:gd name="T16" fmla="*/ 17284 w 3648075"/>
                <a:gd name="T17" fmla="*/ 179852 h 1657350"/>
                <a:gd name="T18" fmla="*/ 4451 w 3648075"/>
                <a:gd name="T19" fmla="*/ 226580 h 1657350"/>
                <a:gd name="T20" fmla="*/ 0 w 3648075"/>
                <a:gd name="T21" fmla="*/ 276225 h 1657350"/>
                <a:gd name="T22" fmla="*/ 0 w 3648075"/>
                <a:gd name="T23" fmla="*/ 1381125 h 1657350"/>
                <a:gd name="T24" fmla="*/ 4451 w 3648075"/>
                <a:gd name="T25" fmla="*/ 1430769 h 1657350"/>
                <a:gd name="T26" fmla="*/ 17284 w 3648075"/>
                <a:gd name="T27" fmla="*/ 1477497 h 1657350"/>
                <a:gd name="T28" fmla="*/ 37719 w 3648075"/>
                <a:gd name="T29" fmla="*/ 1520528 h 1657350"/>
                <a:gd name="T30" fmla="*/ 64973 w 3648075"/>
                <a:gd name="T31" fmla="*/ 1559081 h 1657350"/>
                <a:gd name="T32" fmla="*/ 98268 w 3648075"/>
                <a:gd name="T33" fmla="*/ 1592376 h 1657350"/>
                <a:gd name="T34" fmla="*/ 136821 w 3648075"/>
                <a:gd name="T35" fmla="*/ 1619630 h 1657350"/>
                <a:gd name="T36" fmla="*/ 179852 w 3648075"/>
                <a:gd name="T37" fmla="*/ 1640065 h 1657350"/>
                <a:gd name="T38" fmla="*/ 226580 w 3648075"/>
                <a:gd name="T39" fmla="*/ 1652898 h 1657350"/>
                <a:gd name="T40" fmla="*/ 276225 w 3648075"/>
                <a:gd name="T41" fmla="*/ 1657350 h 1657350"/>
                <a:gd name="T42" fmla="*/ 3371850 w 3648075"/>
                <a:gd name="T43" fmla="*/ 1657350 h 1657350"/>
                <a:gd name="T44" fmla="*/ 3421494 w 3648075"/>
                <a:gd name="T45" fmla="*/ 1652898 h 1657350"/>
                <a:gd name="T46" fmla="*/ 3468222 w 3648075"/>
                <a:gd name="T47" fmla="*/ 1640065 h 1657350"/>
                <a:gd name="T48" fmla="*/ 3511253 w 3648075"/>
                <a:gd name="T49" fmla="*/ 1619630 h 1657350"/>
                <a:gd name="T50" fmla="*/ 3549806 w 3648075"/>
                <a:gd name="T51" fmla="*/ 1592376 h 1657350"/>
                <a:gd name="T52" fmla="*/ 3583101 w 3648075"/>
                <a:gd name="T53" fmla="*/ 1559081 h 1657350"/>
                <a:gd name="T54" fmla="*/ 3610355 w 3648075"/>
                <a:gd name="T55" fmla="*/ 1520528 h 1657350"/>
                <a:gd name="T56" fmla="*/ 3630790 w 3648075"/>
                <a:gd name="T57" fmla="*/ 1477497 h 1657350"/>
                <a:gd name="T58" fmla="*/ 3643623 w 3648075"/>
                <a:gd name="T59" fmla="*/ 1430769 h 1657350"/>
                <a:gd name="T60" fmla="*/ 3648075 w 3648075"/>
                <a:gd name="T61" fmla="*/ 1381125 h 1657350"/>
                <a:gd name="T62" fmla="*/ 3648075 w 3648075"/>
                <a:gd name="T63" fmla="*/ 276225 h 1657350"/>
                <a:gd name="T64" fmla="*/ 3643623 w 3648075"/>
                <a:gd name="T65" fmla="*/ 226580 h 1657350"/>
                <a:gd name="T66" fmla="*/ 3630790 w 3648075"/>
                <a:gd name="T67" fmla="*/ 179852 h 1657350"/>
                <a:gd name="T68" fmla="*/ 3610355 w 3648075"/>
                <a:gd name="T69" fmla="*/ 136821 h 1657350"/>
                <a:gd name="T70" fmla="*/ 3583101 w 3648075"/>
                <a:gd name="T71" fmla="*/ 98268 h 1657350"/>
                <a:gd name="T72" fmla="*/ 3549806 w 3648075"/>
                <a:gd name="T73" fmla="*/ 64973 h 1657350"/>
                <a:gd name="T74" fmla="*/ 3511253 w 3648075"/>
                <a:gd name="T75" fmla="*/ 37718 h 1657350"/>
                <a:gd name="T76" fmla="*/ 3468222 w 3648075"/>
                <a:gd name="T77" fmla="*/ 17284 h 1657350"/>
                <a:gd name="T78" fmla="*/ 3421494 w 3648075"/>
                <a:gd name="T79" fmla="*/ 4451 h 1657350"/>
                <a:gd name="T80" fmla="*/ 3371850 w 3648075"/>
                <a:gd name="T81" fmla="*/ 0 h 165735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648075" h="1657350">
                  <a:moveTo>
                    <a:pt x="33718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8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0" y="1381125"/>
                  </a:lnTo>
                  <a:lnTo>
                    <a:pt x="4451" y="1430769"/>
                  </a:lnTo>
                  <a:lnTo>
                    <a:pt x="17284" y="1477497"/>
                  </a:lnTo>
                  <a:lnTo>
                    <a:pt x="37719" y="1520528"/>
                  </a:lnTo>
                  <a:lnTo>
                    <a:pt x="64973" y="1559081"/>
                  </a:lnTo>
                  <a:lnTo>
                    <a:pt x="98268" y="1592376"/>
                  </a:lnTo>
                  <a:lnTo>
                    <a:pt x="136821" y="1619630"/>
                  </a:lnTo>
                  <a:lnTo>
                    <a:pt x="179852" y="1640065"/>
                  </a:lnTo>
                  <a:lnTo>
                    <a:pt x="226580" y="1652898"/>
                  </a:lnTo>
                  <a:lnTo>
                    <a:pt x="276225" y="1657350"/>
                  </a:lnTo>
                  <a:lnTo>
                    <a:pt x="3371850" y="1657350"/>
                  </a:lnTo>
                  <a:lnTo>
                    <a:pt x="3421494" y="1652898"/>
                  </a:lnTo>
                  <a:lnTo>
                    <a:pt x="3468222" y="1640065"/>
                  </a:lnTo>
                  <a:lnTo>
                    <a:pt x="3511253" y="1619630"/>
                  </a:lnTo>
                  <a:lnTo>
                    <a:pt x="3549806" y="1592376"/>
                  </a:lnTo>
                  <a:lnTo>
                    <a:pt x="3583101" y="1559081"/>
                  </a:lnTo>
                  <a:lnTo>
                    <a:pt x="3610355" y="1520528"/>
                  </a:lnTo>
                  <a:lnTo>
                    <a:pt x="3630790" y="1477497"/>
                  </a:lnTo>
                  <a:lnTo>
                    <a:pt x="3643623" y="1430769"/>
                  </a:lnTo>
                  <a:lnTo>
                    <a:pt x="3648075" y="1381125"/>
                  </a:lnTo>
                  <a:lnTo>
                    <a:pt x="3648075" y="276225"/>
                  </a:lnTo>
                  <a:lnTo>
                    <a:pt x="3643623" y="226580"/>
                  </a:lnTo>
                  <a:lnTo>
                    <a:pt x="3630790" y="179852"/>
                  </a:lnTo>
                  <a:lnTo>
                    <a:pt x="3610355" y="136821"/>
                  </a:lnTo>
                  <a:lnTo>
                    <a:pt x="3583101" y="98268"/>
                  </a:lnTo>
                  <a:lnTo>
                    <a:pt x="3549806" y="64973"/>
                  </a:lnTo>
                  <a:lnTo>
                    <a:pt x="3511253" y="37718"/>
                  </a:lnTo>
                  <a:lnTo>
                    <a:pt x="3468222" y="17284"/>
                  </a:lnTo>
                  <a:lnTo>
                    <a:pt x="3421494" y="4451"/>
                  </a:lnTo>
                  <a:lnTo>
                    <a:pt x="3371850" y="0"/>
                  </a:lnTo>
                  <a:close/>
                </a:path>
              </a:pathLst>
            </a:custGeom>
            <a:solidFill>
              <a:srgbClr val="F3F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10251" name="object 17">
            <a:extLst>
              <a:ext uri="{FF2B5EF4-FFF2-40B4-BE49-F238E27FC236}">
                <a16:creationId xmlns:a16="http://schemas.microsoft.com/office/drawing/2014/main" xmlns="" id="{465590A3-F672-5665-2EB7-26D51A207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050" y="2163763"/>
            <a:ext cx="3275013" cy="123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indent="-1111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25"/>
              </a:spcBef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Challenge 2</a:t>
            </a:r>
            <a:endParaRPr lang="ru-RU" altLang="en-US" sz="1500" dirty="0">
              <a:latin typeface="Arial" panose="020B0604020202020204" pitchFamily="34" charset="0"/>
            </a:endParaRP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Lack of local news and scam alerts about specific destinations may leave tourists unaware of current risks and important safety information.</a:t>
            </a:r>
          </a:p>
        </p:txBody>
      </p:sp>
      <p:grpSp>
        <p:nvGrpSpPr>
          <p:cNvPr id="10252" name="object 18">
            <a:extLst>
              <a:ext uri="{FF2B5EF4-FFF2-40B4-BE49-F238E27FC236}">
                <a16:creationId xmlns:a16="http://schemas.microsoft.com/office/drawing/2014/main" xmlns="" id="{363E83AB-C7B2-CEF7-3988-799CCF37EA54}"/>
              </a:ext>
            </a:extLst>
          </p:cNvPr>
          <p:cNvGrpSpPr>
            <a:grpSpLocks/>
          </p:cNvGrpSpPr>
          <p:nvPr/>
        </p:nvGrpSpPr>
        <p:grpSpPr bwMode="auto">
          <a:xfrm>
            <a:off x="8496300" y="2095500"/>
            <a:ext cx="3328988" cy="1719263"/>
            <a:chOff x="8496260" y="2095297"/>
            <a:chExt cx="3329304" cy="1719580"/>
          </a:xfrm>
        </p:grpSpPr>
        <p:pic>
          <p:nvPicPr>
            <p:cNvPr id="10281" name="object 19">
              <a:extLst>
                <a:ext uri="{FF2B5EF4-FFF2-40B4-BE49-F238E27FC236}">
                  <a16:creationId xmlns:a16="http://schemas.microsoft.com/office/drawing/2014/main" xmlns="" id="{6726EEEB-C825-7C1D-9CF5-E8E103894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6260" y="2095297"/>
              <a:ext cx="3319605" cy="1719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82" name="object 20">
              <a:extLst>
                <a:ext uri="{FF2B5EF4-FFF2-40B4-BE49-F238E27FC236}">
                  <a16:creationId xmlns:a16="http://schemas.microsoft.com/office/drawing/2014/main" xmlns="" id="{D10A11D7-74FD-9FD2-72EA-527FDC5890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400" y="2171700"/>
              <a:ext cx="3290951" cy="1604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83" name="object 21">
              <a:extLst>
                <a:ext uri="{FF2B5EF4-FFF2-40B4-BE49-F238E27FC236}">
                  <a16:creationId xmlns:a16="http://schemas.microsoft.com/office/drawing/2014/main" xmlns="" id="{852C1D77-49B8-0E2B-4AD5-6BD0E051F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875" y="2105025"/>
              <a:ext cx="3267075" cy="1657350"/>
            </a:xfrm>
            <a:custGeom>
              <a:avLst/>
              <a:gdLst>
                <a:gd name="T0" fmla="*/ 2990850 w 3267075"/>
                <a:gd name="T1" fmla="*/ 0 h 1657350"/>
                <a:gd name="T2" fmla="*/ 276225 w 3267075"/>
                <a:gd name="T3" fmla="*/ 0 h 1657350"/>
                <a:gd name="T4" fmla="*/ 226580 w 3267075"/>
                <a:gd name="T5" fmla="*/ 4451 h 1657350"/>
                <a:gd name="T6" fmla="*/ 179852 w 3267075"/>
                <a:gd name="T7" fmla="*/ 17284 h 1657350"/>
                <a:gd name="T8" fmla="*/ 136821 w 3267075"/>
                <a:gd name="T9" fmla="*/ 37719 h 1657350"/>
                <a:gd name="T10" fmla="*/ 98268 w 3267075"/>
                <a:gd name="T11" fmla="*/ 64973 h 1657350"/>
                <a:gd name="T12" fmla="*/ 64973 w 3267075"/>
                <a:gd name="T13" fmla="*/ 98268 h 1657350"/>
                <a:gd name="T14" fmla="*/ 37719 w 3267075"/>
                <a:gd name="T15" fmla="*/ 136821 h 1657350"/>
                <a:gd name="T16" fmla="*/ 17284 w 3267075"/>
                <a:gd name="T17" fmla="*/ 179852 h 1657350"/>
                <a:gd name="T18" fmla="*/ 4451 w 3267075"/>
                <a:gd name="T19" fmla="*/ 226580 h 1657350"/>
                <a:gd name="T20" fmla="*/ 0 w 3267075"/>
                <a:gd name="T21" fmla="*/ 276225 h 1657350"/>
                <a:gd name="T22" fmla="*/ 0 w 3267075"/>
                <a:gd name="T23" fmla="*/ 1381125 h 1657350"/>
                <a:gd name="T24" fmla="*/ 4451 w 3267075"/>
                <a:gd name="T25" fmla="*/ 1430769 h 1657350"/>
                <a:gd name="T26" fmla="*/ 17284 w 3267075"/>
                <a:gd name="T27" fmla="*/ 1477497 h 1657350"/>
                <a:gd name="T28" fmla="*/ 37719 w 3267075"/>
                <a:gd name="T29" fmla="*/ 1520528 h 1657350"/>
                <a:gd name="T30" fmla="*/ 64973 w 3267075"/>
                <a:gd name="T31" fmla="*/ 1559081 h 1657350"/>
                <a:gd name="T32" fmla="*/ 98268 w 3267075"/>
                <a:gd name="T33" fmla="*/ 1592376 h 1657350"/>
                <a:gd name="T34" fmla="*/ 136821 w 3267075"/>
                <a:gd name="T35" fmla="*/ 1619630 h 1657350"/>
                <a:gd name="T36" fmla="*/ 179852 w 3267075"/>
                <a:gd name="T37" fmla="*/ 1640065 h 1657350"/>
                <a:gd name="T38" fmla="*/ 226580 w 3267075"/>
                <a:gd name="T39" fmla="*/ 1652898 h 1657350"/>
                <a:gd name="T40" fmla="*/ 276225 w 3267075"/>
                <a:gd name="T41" fmla="*/ 1657350 h 1657350"/>
                <a:gd name="T42" fmla="*/ 2990850 w 3267075"/>
                <a:gd name="T43" fmla="*/ 1657350 h 1657350"/>
                <a:gd name="T44" fmla="*/ 3040494 w 3267075"/>
                <a:gd name="T45" fmla="*/ 1652898 h 1657350"/>
                <a:gd name="T46" fmla="*/ 3087222 w 3267075"/>
                <a:gd name="T47" fmla="*/ 1640065 h 1657350"/>
                <a:gd name="T48" fmla="*/ 3130253 w 3267075"/>
                <a:gd name="T49" fmla="*/ 1619630 h 1657350"/>
                <a:gd name="T50" fmla="*/ 3168806 w 3267075"/>
                <a:gd name="T51" fmla="*/ 1592376 h 1657350"/>
                <a:gd name="T52" fmla="*/ 3202101 w 3267075"/>
                <a:gd name="T53" fmla="*/ 1559081 h 1657350"/>
                <a:gd name="T54" fmla="*/ 3229355 w 3267075"/>
                <a:gd name="T55" fmla="*/ 1520528 h 1657350"/>
                <a:gd name="T56" fmla="*/ 3249790 w 3267075"/>
                <a:gd name="T57" fmla="*/ 1477497 h 1657350"/>
                <a:gd name="T58" fmla="*/ 3262623 w 3267075"/>
                <a:gd name="T59" fmla="*/ 1430769 h 1657350"/>
                <a:gd name="T60" fmla="*/ 3267075 w 3267075"/>
                <a:gd name="T61" fmla="*/ 1381125 h 1657350"/>
                <a:gd name="T62" fmla="*/ 3267075 w 3267075"/>
                <a:gd name="T63" fmla="*/ 276225 h 1657350"/>
                <a:gd name="T64" fmla="*/ 3262623 w 3267075"/>
                <a:gd name="T65" fmla="*/ 226580 h 1657350"/>
                <a:gd name="T66" fmla="*/ 3249790 w 3267075"/>
                <a:gd name="T67" fmla="*/ 179852 h 1657350"/>
                <a:gd name="T68" fmla="*/ 3229355 w 3267075"/>
                <a:gd name="T69" fmla="*/ 136821 h 1657350"/>
                <a:gd name="T70" fmla="*/ 3202101 w 3267075"/>
                <a:gd name="T71" fmla="*/ 98268 h 1657350"/>
                <a:gd name="T72" fmla="*/ 3168806 w 3267075"/>
                <a:gd name="T73" fmla="*/ 64973 h 1657350"/>
                <a:gd name="T74" fmla="*/ 3130253 w 3267075"/>
                <a:gd name="T75" fmla="*/ 37718 h 1657350"/>
                <a:gd name="T76" fmla="*/ 3087222 w 3267075"/>
                <a:gd name="T77" fmla="*/ 17284 h 1657350"/>
                <a:gd name="T78" fmla="*/ 3040494 w 3267075"/>
                <a:gd name="T79" fmla="*/ 4451 h 1657350"/>
                <a:gd name="T80" fmla="*/ 2990850 w 3267075"/>
                <a:gd name="T81" fmla="*/ 0 h 165735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267075" h="1657350">
                  <a:moveTo>
                    <a:pt x="29908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0" y="1381125"/>
                  </a:lnTo>
                  <a:lnTo>
                    <a:pt x="4451" y="1430769"/>
                  </a:lnTo>
                  <a:lnTo>
                    <a:pt x="17284" y="1477497"/>
                  </a:lnTo>
                  <a:lnTo>
                    <a:pt x="37719" y="1520528"/>
                  </a:lnTo>
                  <a:lnTo>
                    <a:pt x="64973" y="1559081"/>
                  </a:lnTo>
                  <a:lnTo>
                    <a:pt x="98268" y="1592376"/>
                  </a:lnTo>
                  <a:lnTo>
                    <a:pt x="136821" y="1619630"/>
                  </a:lnTo>
                  <a:lnTo>
                    <a:pt x="179852" y="1640065"/>
                  </a:lnTo>
                  <a:lnTo>
                    <a:pt x="226580" y="1652898"/>
                  </a:lnTo>
                  <a:lnTo>
                    <a:pt x="276225" y="1657350"/>
                  </a:lnTo>
                  <a:lnTo>
                    <a:pt x="2990850" y="1657350"/>
                  </a:lnTo>
                  <a:lnTo>
                    <a:pt x="3040494" y="1652898"/>
                  </a:lnTo>
                  <a:lnTo>
                    <a:pt x="3087222" y="1640065"/>
                  </a:lnTo>
                  <a:lnTo>
                    <a:pt x="3130253" y="1619630"/>
                  </a:lnTo>
                  <a:lnTo>
                    <a:pt x="3168806" y="1592376"/>
                  </a:lnTo>
                  <a:lnTo>
                    <a:pt x="3202101" y="1559081"/>
                  </a:lnTo>
                  <a:lnTo>
                    <a:pt x="3229355" y="1520528"/>
                  </a:lnTo>
                  <a:lnTo>
                    <a:pt x="3249790" y="1477497"/>
                  </a:lnTo>
                  <a:lnTo>
                    <a:pt x="3262623" y="1430769"/>
                  </a:lnTo>
                  <a:lnTo>
                    <a:pt x="3267075" y="1381125"/>
                  </a:lnTo>
                  <a:lnTo>
                    <a:pt x="3267075" y="276225"/>
                  </a:lnTo>
                  <a:lnTo>
                    <a:pt x="3262623" y="226580"/>
                  </a:lnTo>
                  <a:lnTo>
                    <a:pt x="3249790" y="179852"/>
                  </a:lnTo>
                  <a:lnTo>
                    <a:pt x="3229355" y="136821"/>
                  </a:lnTo>
                  <a:lnTo>
                    <a:pt x="3202101" y="98268"/>
                  </a:lnTo>
                  <a:lnTo>
                    <a:pt x="3168806" y="64973"/>
                  </a:lnTo>
                  <a:lnTo>
                    <a:pt x="3130253" y="37718"/>
                  </a:lnTo>
                  <a:lnTo>
                    <a:pt x="3087222" y="17284"/>
                  </a:lnTo>
                  <a:lnTo>
                    <a:pt x="3040494" y="4451"/>
                  </a:lnTo>
                  <a:lnTo>
                    <a:pt x="2990850" y="0"/>
                  </a:lnTo>
                  <a:close/>
                </a:path>
              </a:pathLst>
            </a:custGeom>
            <a:solidFill>
              <a:srgbClr val="F3F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grpSp>
        <p:nvGrpSpPr>
          <p:cNvPr id="10253" name="object 23">
            <a:extLst>
              <a:ext uri="{FF2B5EF4-FFF2-40B4-BE49-F238E27FC236}">
                <a16:creationId xmlns:a16="http://schemas.microsoft.com/office/drawing/2014/main" xmlns="" id="{54826935-42AF-1CB8-222B-5F393B543A71}"/>
              </a:ext>
            </a:extLst>
          </p:cNvPr>
          <p:cNvGrpSpPr>
            <a:grpSpLocks/>
          </p:cNvGrpSpPr>
          <p:nvPr/>
        </p:nvGrpSpPr>
        <p:grpSpPr bwMode="auto">
          <a:xfrm>
            <a:off x="333375" y="4171950"/>
            <a:ext cx="3367088" cy="2062163"/>
            <a:chOff x="333335" y="4171823"/>
            <a:chExt cx="3367404" cy="2062480"/>
          </a:xfrm>
        </p:grpSpPr>
        <p:pic>
          <p:nvPicPr>
            <p:cNvPr id="10278" name="object 24">
              <a:extLst>
                <a:ext uri="{FF2B5EF4-FFF2-40B4-BE49-F238E27FC236}">
                  <a16:creationId xmlns:a16="http://schemas.microsoft.com/office/drawing/2014/main" xmlns="" id="{C7FEBF93-6151-E4E4-E5FF-56FB1C01B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335" y="4171823"/>
              <a:ext cx="3367229" cy="2062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79" name="object 25">
              <a:extLst>
                <a:ext uri="{FF2B5EF4-FFF2-40B4-BE49-F238E27FC236}">
                  <a16:creationId xmlns:a16="http://schemas.microsoft.com/office/drawing/2014/main" xmlns="" id="{8E3D7593-066B-EEC7-CA30-392A519023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199" y="4200461"/>
              <a:ext cx="3176651" cy="1824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80" name="object 26">
              <a:extLst>
                <a:ext uri="{FF2B5EF4-FFF2-40B4-BE49-F238E27FC236}">
                  <a16:creationId xmlns:a16="http://schemas.microsoft.com/office/drawing/2014/main" xmlns="" id="{608E3E75-C0AA-BEA9-78CB-4949E8C9E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49" y="4181474"/>
              <a:ext cx="3314700" cy="2004060"/>
            </a:xfrm>
            <a:custGeom>
              <a:avLst/>
              <a:gdLst>
                <a:gd name="T0" fmla="*/ 1381125 w 3314700"/>
                <a:gd name="T1" fmla="*/ 1781175 h 2004060"/>
                <a:gd name="T2" fmla="*/ 552450 w 3314700"/>
                <a:gd name="T3" fmla="*/ 1781175 h 2004060"/>
                <a:gd name="T4" fmla="*/ 966851 w 3314700"/>
                <a:gd name="T5" fmla="*/ 2003818 h 2004060"/>
                <a:gd name="T6" fmla="*/ 1381125 w 3314700"/>
                <a:gd name="T7" fmla="*/ 1781175 h 2004060"/>
                <a:gd name="T8" fmla="*/ 3017774 w 3314700"/>
                <a:gd name="T9" fmla="*/ 0 h 2004060"/>
                <a:gd name="T10" fmla="*/ 296875 w 3314700"/>
                <a:gd name="T11" fmla="*/ 0 h 2004060"/>
                <a:gd name="T12" fmla="*/ 248721 w 3314700"/>
                <a:gd name="T13" fmla="*/ 3887 h 2004060"/>
                <a:gd name="T14" fmla="*/ 203040 w 3314700"/>
                <a:gd name="T15" fmla="*/ 15140 h 2004060"/>
                <a:gd name="T16" fmla="*/ 160445 w 3314700"/>
                <a:gd name="T17" fmla="*/ 33148 h 2004060"/>
                <a:gd name="T18" fmla="*/ 121545 w 3314700"/>
                <a:gd name="T19" fmla="*/ 57298 h 2004060"/>
                <a:gd name="T20" fmla="*/ 86953 w 3314700"/>
                <a:gd name="T21" fmla="*/ 86979 h 2004060"/>
                <a:gd name="T22" fmla="*/ 57280 w 3314700"/>
                <a:gd name="T23" fmla="*/ 121578 h 2004060"/>
                <a:gd name="T24" fmla="*/ 33137 w 3314700"/>
                <a:gd name="T25" fmla="*/ 160484 h 2004060"/>
                <a:gd name="T26" fmla="*/ 15135 w 3314700"/>
                <a:gd name="T27" fmla="*/ 203086 h 2004060"/>
                <a:gd name="T28" fmla="*/ 3885 w 3314700"/>
                <a:gd name="T29" fmla="*/ 248770 h 2004060"/>
                <a:gd name="T30" fmla="*/ 0 w 3314700"/>
                <a:gd name="T31" fmla="*/ 296925 h 2004060"/>
                <a:gd name="T32" fmla="*/ 1 w 3314700"/>
                <a:gd name="T33" fmla="*/ 1484312 h 2004060"/>
                <a:gd name="T34" fmla="*/ 3885 w 3314700"/>
                <a:gd name="T35" fmla="*/ 1532453 h 2004060"/>
                <a:gd name="T36" fmla="*/ 15135 w 3314700"/>
                <a:gd name="T37" fmla="*/ 1578134 h 2004060"/>
                <a:gd name="T38" fmla="*/ 33137 w 3314700"/>
                <a:gd name="T39" fmla="*/ 1620729 h 2004060"/>
                <a:gd name="T40" fmla="*/ 57280 w 3314700"/>
                <a:gd name="T41" fmla="*/ 1659629 h 2004060"/>
                <a:gd name="T42" fmla="*/ 86953 w 3314700"/>
                <a:gd name="T43" fmla="*/ 1694221 h 2004060"/>
                <a:gd name="T44" fmla="*/ 121545 w 3314700"/>
                <a:gd name="T45" fmla="*/ 1723894 h 2004060"/>
                <a:gd name="T46" fmla="*/ 160445 w 3314700"/>
                <a:gd name="T47" fmla="*/ 1748037 h 2004060"/>
                <a:gd name="T48" fmla="*/ 203040 w 3314700"/>
                <a:gd name="T49" fmla="*/ 1766039 h 2004060"/>
                <a:gd name="T50" fmla="*/ 248721 w 3314700"/>
                <a:gd name="T51" fmla="*/ 1777289 h 2004060"/>
                <a:gd name="T52" fmla="*/ 296875 w 3314700"/>
                <a:gd name="T53" fmla="*/ 1781175 h 2004060"/>
                <a:gd name="T54" fmla="*/ 3017774 w 3314700"/>
                <a:gd name="T55" fmla="*/ 1781175 h 2004060"/>
                <a:gd name="T56" fmla="*/ 3065929 w 3314700"/>
                <a:gd name="T57" fmla="*/ 1777289 h 2004060"/>
                <a:gd name="T58" fmla="*/ 3111613 w 3314700"/>
                <a:gd name="T59" fmla="*/ 1766039 h 2004060"/>
                <a:gd name="T60" fmla="*/ 3154215 w 3314700"/>
                <a:gd name="T61" fmla="*/ 1748037 h 2004060"/>
                <a:gd name="T62" fmla="*/ 3193121 w 3314700"/>
                <a:gd name="T63" fmla="*/ 1723894 h 2004060"/>
                <a:gd name="T64" fmla="*/ 3227720 w 3314700"/>
                <a:gd name="T65" fmla="*/ 1694221 h 2004060"/>
                <a:gd name="T66" fmla="*/ 3257401 w 3314700"/>
                <a:gd name="T67" fmla="*/ 1659629 h 2004060"/>
                <a:gd name="T68" fmla="*/ 3281551 w 3314700"/>
                <a:gd name="T69" fmla="*/ 1620729 h 2004060"/>
                <a:gd name="T70" fmla="*/ 3299559 w 3314700"/>
                <a:gd name="T71" fmla="*/ 1578134 h 2004060"/>
                <a:gd name="T72" fmla="*/ 3310812 w 3314700"/>
                <a:gd name="T73" fmla="*/ 1532453 h 2004060"/>
                <a:gd name="T74" fmla="*/ 3314700 w 3314700"/>
                <a:gd name="T75" fmla="*/ 1484312 h 2004060"/>
                <a:gd name="T76" fmla="*/ 3314700 w 3314700"/>
                <a:gd name="T77" fmla="*/ 296925 h 2004060"/>
                <a:gd name="T78" fmla="*/ 3310812 w 3314700"/>
                <a:gd name="T79" fmla="*/ 248770 h 2004060"/>
                <a:gd name="T80" fmla="*/ 3299559 w 3314700"/>
                <a:gd name="T81" fmla="*/ 203086 h 2004060"/>
                <a:gd name="T82" fmla="*/ 3281551 w 3314700"/>
                <a:gd name="T83" fmla="*/ 160484 h 2004060"/>
                <a:gd name="T84" fmla="*/ 3257401 w 3314700"/>
                <a:gd name="T85" fmla="*/ 121578 h 2004060"/>
                <a:gd name="T86" fmla="*/ 3227720 w 3314700"/>
                <a:gd name="T87" fmla="*/ 86979 h 2004060"/>
                <a:gd name="T88" fmla="*/ 3193121 w 3314700"/>
                <a:gd name="T89" fmla="*/ 57298 h 2004060"/>
                <a:gd name="T90" fmla="*/ 3154215 w 3314700"/>
                <a:gd name="T91" fmla="*/ 33148 h 2004060"/>
                <a:gd name="T92" fmla="*/ 3111613 w 3314700"/>
                <a:gd name="T93" fmla="*/ 15140 h 2004060"/>
                <a:gd name="T94" fmla="*/ 3065929 w 3314700"/>
                <a:gd name="T95" fmla="*/ 3887 h 2004060"/>
                <a:gd name="T96" fmla="*/ 3017774 w 3314700"/>
                <a:gd name="T97" fmla="*/ 0 h 200406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314700" h="2004060">
                  <a:moveTo>
                    <a:pt x="1381125" y="1781175"/>
                  </a:moveTo>
                  <a:lnTo>
                    <a:pt x="552450" y="1781175"/>
                  </a:lnTo>
                  <a:lnTo>
                    <a:pt x="966851" y="2003818"/>
                  </a:lnTo>
                  <a:lnTo>
                    <a:pt x="1381125" y="1781175"/>
                  </a:lnTo>
                  <a:close/>
                </a:path>
                <a:path w="3314700" h="2004060">
                  <a:moveTo>
                    <a:pt x="3017774" y="0"/>
                  </a:moveTo>
                  <a:lnTo>
                    <a:pt x="296875" y="0"/>
                  </a:lnTo>
                  <a:lnTo>
                    <a:pt x="248721" y="3887"/>
                  </a:lnTo>
                  <a:lnTo>
                    <a:pt x="203040" y="15140"/>
                  </a:lnTo>
                  <a:lnTo>
                    <a:pt x="160445" y="33148"/>
                  </a:lnTo>
                  <a:lnTo>
                    <a:pt x="121545" y="57298"/>
                  </a:lnTo>
                  <a:lnTo>
                    <a:pt x="86953" y="86979"/>
                  </a:lnTo>
                  <a:lnTo>
                    <a:pt x="57280" y="121578"/>
                  </a:lnTo>
                  <a:lnTo>
                    <a:pt x="33137" y="160484"/>
                  </a:lnTo>
                  <a:lnTo>
                    <a:pt x="15135" y="203086"/>
                  </a:lnTo>
                  <a:lnTo>
                    <a:pt x="3885" y="248770"/>
                  </a:lnTo>
                  <a:lnTo>
                    <a:pt x="0" y="296925"/>
                  </a:lnTo>
                  <a:lnTo>
                    <a:pt x="1" y="1484312"/>
                  </a:lnTo>
                  <a:lnTo>
                    <a:pt x="3885" y="1532453"/>
                  </a:lnTo>
                  <a:lnTo>
                    <a:pt x="15135" y="1578134"/>
                  </a:lnTo>
                  <a:lnTo>
                    <a:pt x="33137" y="1620729"/>
                  </a:lnTo>
                  <a:lnTo>
                    <a:pt x="57280" y="1659629"/>
                  </a:lnTo>
                  <a:lnTo>
                    <a:pt x="86953" y="1694221"/>
                  </a:lnTo>
                  <a:lnTo>
                    <a:pt x="121545" y="1723894"/>
                  </a:lnTo>
                  <a:lnTo>
                    <a:pt x="160445" y="1748037"/>
                  </a:lnTo>
                  <a:lnTo>
                    <a:pt x="203040" y="1766039"/>
                  </a:lnTo>
                  <a:lnTo>
                    <a:pt x="248721" y="1777289"/>
                  </a:lnTo>
                  <a:lnTo>
                    <a:pt x="296875" y="1781175"/>
                  </a:lnTo>
                  <a:lnTo>
                    <a:pt x="3017774" y="1781175"/>
                  </a:lnTo>
                  <a:lnTo>
                    <a:pt x="3065929" y="1777289"/>
                  </a:lnTo>
                  <a:lnTo>
                    <a:pt x="3111613" y="1766039"/>
                  </a:lnTo>
                  <a:lnTo>
                    <a:pt x="3154215" y="1748037"/>
                  </a:lnTo>
                  <a:lnTo>
                    <a:pt x="3193121" y="1723894"/>
                  </a:lnTo>
                  <a:lnTo>
                    <a:pt x="3227720" y="1694221"/>
                  </a:lnTo>
                  <a:lnTo>
                    <a:pt x="3257401" y="1659629"/>
                  </a:lnTo>
                  <a:lnTo>
                    <a:pt x="3281551" y="1620729"/>
                  </a:lnTo>
                  <a:lnTo>
                    <a:pt x="3299559" y="1578134"/>
                  </a:lnTo>
                  <a:lnTo>
                    <a:pt x="3310812" y="1532453"/>
                  </a:lnTo>
                  <a:lnTo>
                    <a:pt x="3314700" y="1484312"/>
                  </a:lnTo>
                  <a:lnTo>
                    <a:pt x="3314700" y="296925"/>
                  </a:lnTo>
                  <a:lnTo>
                    <a:pt x="3310812" y="248770"/>
                  </a:lnTo>
                  <a:lnTo>
                    <a:pt x="3299559" y="203086"/>
                  </a:lnTo>
                  <a:lnTo>
                    <a:pt x="3281551" y="160484"/>
                  </a:lnTo>
                  <a:lnTo>
                    <a:pt x="3257401" y="121578"/>
                  </a:lnTo>
                  <a:lnTo>
                    <a:pt x="3227720" y="86979"/>
                  </a:lnTo>
                  <a:lnTo>
                    <a:pt x="3193121" y="57298"/>
                  </a:lnTo>
                  <a:lnTo>
                    <a:pt x="3154215" y="33148"/>
                  </a:lnTo>
                  <a:lnTo>
                    <a:pt x="3111613" y="15140"/>
                  </a:lnTo>
                  <a:lnTo>
                    <a:pt x="3065929" y="3887"/>
                  </a:lnTo>
                  <a:lnTo>
                    <a:pt x="3017774" y="0"/>
                  </a:ln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10254" name="object 27">
            <a:extLst>
              <a:ext uri="{FF2B5EF4-FFF2-40B4-BE49-F238E27FC236}">
                <a16:creationId xmlns:a16="http://schemas.microsoft.com/office/drawing/2014/main" xmlns="" id="{A641D42E-3B19-CC18-FA6F-29D7D0263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4286250"/>
            <a:ext cx="2835275" cy="110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46050" indent="-222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25"/>
              </a:spcBef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Solution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Tourister AI uses multi-tasking agents and crowd prediction systems to create perfect tourist plans with real train numbers and downloadable PDFs.</a:t>
            </a:r>
          </a:p>
        </p:txBody>
      </p:sp>
      <p:grpSp>
        <p:nvGrpSpPr>
          <p:cNvPr id="10255" name="object 28">
            <a:extLst>
              <a:ext uri="{FF2B5EF4-FFF2-40B4-BE49-F238E27FC236}">
                <a16:creationId xmlns:a16="http://schemas.microsoft.com/office/drawing/2014/main" xmlns="" id="{E47FA82D-67CB-95CA-9C06-1C357D15394A}"/>
              </a:ext>
            </a:extLst>
          </p:cNvPr>
          <p:cNvGrpSpPr>
            <a:grpSpLocks/>
          </p:cNvGrpSpPr>
          <p:nvPr/>
        </p:nvGrpSpPr>
        <p:grpSpPr bwMode="auto">
          <a:xfrm>
            <a:off x="4214535" y="4182044"/>
            <a:ext cx="3700463" cy="2052638"/>
            <a:chOff x="4238589" y="4171822"/>
            <a:chExt cx="3700779" cy="2052955"/>
          </a:xfrm>
        </p:grpSpPr>
        <p:pic>
          <p:nvPicPr>
            <p:cNvPr id="10275" name="object 29">
              <a:extLst>
                <a:ext uri="{FF2B5EF4-FFF2-40B4-BE49-F238E27FC236}">
                  <a16:creationId xmlns:a16="http://schemas.microsoft.com/office/drawing/2014/main" xmlns="" id="{D3F44158-9E88-1F64-B08F-E329EA07D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589" y="4171822"/>
              <a:ext cx="3700597" cy="2052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76" name="object 30">
              <a:extLst>
                <a:ext uri="{FF2B5EF4-FFF2-40B4-BE49-F238E27FC236}">
                  <a16:creationId xmlns:a16="http://schemas.microsoft.com/office/drawing/2014/main" xmlns="" id="{EF42AD9F-EE39-E50C-E755-5A47ABF6EE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4825" y="4200461"/>
              <a:ext cx="3605276" cy="1843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77" name="object 31">
              <a:extLst>
                <a:ext uri="{FF2B5EF4-FFF2-40B4-BE49-F238E27FC236}">
                  <a16:creationId xmlns:a16="http://schemas.microsoft.com/office/drawing/2014/main" xmlns="" id="{68428824-99D0-EA4F-A1A4-196BC5EA9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4181474"/>
              <a:ext cx="3648075" cy="1993264"/>
            </a:xfrm>
            <a:custGeom>
              <a:avLst/>
              <a:gdLst>
                <a:gd name="T0" fmla="*/ 1520063 w 3648075"/>
                <a:gd name="T1" fmla="*/ 1771650 h 1993264"/>
                <a:gd name="T2" fmla="*/ 608076 w 3648075"/>
                <a:gd name="T3" fmla="*/ 1771650 h 1993264"/>
                <a:gd name="T4" fmla="*/ 1064005 w 3648075"/>
                <a:gd name="T5" fmla="*/ 1993112 h 1993264"/>
                <a:gd name="T6" fmla="*/ 1520063 w 3648075"/>
                <a:gd name="T7" fmla="*/ 1771650 h 1993264"/>
                <a:gd name="T8" fmla="*/ 3352800 w 3648075"/>
                <a:gd name="T9" fmla="*/ 0 h 1993264"/>
                <a:gd name="T10" fmla="*/ 295275 w 3648075"/>
                <a:gd name="T11" fmla="*/ 0 h 1993264"/>
                <a:gd name="T12" fmla="*/ 247381 w 3648075"/>
                <a:gd name="T13" fmla="*/ 3864 h 1993264"/>
                <a:gd name="T14" fmla="*/ 201948 w 3648075"/>
                <a:gd name="T15" fmla="*/ 15054 h 1993264"/>
                <a:gd name="T16" fmla="*/ 159582 w 3648075"/>
                <a:gd name="T17" fmla="*/ 32959 h 1993264"/>
                <a:gd name="T18" fmla="*/ 120892 w 3648075"/>
                <a:gd name="T19" fmla="*/ 56973 h 1993264"/>
                <a:gd name="T20" fmla="*/ 86487 w 3648075"/>
                <a:gd name="T21" fmla="*/ 86487 h 1993264"/>
                <a:gd name="T22" fmla="*/ 56973 w 3648075"/>
                <a:gd name="T23" fmla="*/ 120892 h 1993264"/>
                <a:gd name="T24" fmla="*/ 32959 w 3648075"/>
                <a:gd name="T25" fmla="*/ 159582 h 1993264"/>
                <a:gd name="T26" fmla="*/ 15054 w 3648075"/>
                <a:gd name="T27" fmla="*/ 201948 h 1993264"/>
                <a:gd name="T28" fmla="*/ 3864 w 3648075"/>
                <a:gd name="T29" fmla="*/ 247381 h 1993264"/>
                <a:gd name="T30" fmla="*/ 0 w 3648075"/>
                <a:gd name="T31" fmla="*/ 295275 h 1993264"/>
                <a:gd name="T32" fmla="*/ 1 w 3648075"/>
                <a:gd name="T33" fmla="*/ 1476375 h 1993264"/>
                <a:gd name="T34" fmla="*/ 3864 w 3648075"/>
                <a:gd name="T35" fmla="*/ 1524258 h 1993264"/>
                <a:gd name="T36" fmla="*/ 15054 w 3648075"/>
                <a:gd name="T37" fmla="*/ 1569695 h 1993264"/>
                <a:gd name="T38" fmla="*/ 32959 w 3648075"/>
                <a:gd name="T39" fmla="*/ 1612063 h 1993264"/>
                <a:gd name="T40" fmla="*/ 56973 w 3648075"/>
                <a:gd name="T41" fmla="*/ 1650754 h 1993264"/>
                <a:gd name="T42" fmla="*/ 86487 w 3648075"/>
                <a:gd name="T43" fmla="*/ 1685161 h 1993264"/>
                <a:gd name="T44" fmla="*/ 120892 w 3648075"/>
                <a:gd name="T45" fmla="*/ 1714675 h 1993264"/>
                <a:gd name="T46" fmla="*/ 159582 w 3648075"/>
                <a:gd name="T47" fmla="*/ 1738690 h 1993264"/>
                <a:gd name="T48" fmla="*/ 201948 w 3648075"/>
                <a:gd name="T49" fmla="*/ 1756595 h 1993264"/>
                <a:gd name="T50" fmla="*/ 247381 w 3648075"/>
                <a:gd name="T51" fmla="*/ 1767785 h 1993264"/>
                <a:gd name="T52" fmla="*/ 295275 w 3648075"/>
                <a:gd name="T53" fmla="*/ 1771650 h 1993264"/>
                <a:gd name="T54" fmla="*/ 3352800 w 3648075"/>
                <a:gd name="T55" fmla="*/ 1771650 h 1993264"/>
                <a:gd name="T56" fmla="*/ 3400693 w 3648075"/>
                <a:gd name="T57" fmla="*/ 1767785 h 1993264"/>
                <a:gd name="T58" fmla="*/ 3446126 w 3648075"/>
                <a:gd name="T59" fmla="*/ 1756595 h 1993264"/>
                <a:gd name="T60" fmla="*/ 3488492 w 3648075"/>
                <a:gd name="T61" fmla="*/ 1738690 h 1993264"/>
                <a:gd name="T62" fmla="*/ 3527182 w 3648075"/>
                <a:gd name="T63" fmla="*/ 1714675 h 1993264"/>
                <a:gd name="T64" fmla="*/ 3561587 w 3648075"/>
                <a:gd name="T65" fmla="*/ 1685161 h 1993264"/>
                <a:gd name="T66" fmla="*/ 3591101 w 3648075"/>
                <a:gd name="T67" fmla="*/ 1650754 h 1993264"/>
                <a:gd name="T68" fmla="*/ 3615115 w 3648075"/>
                <a:gd name="T69" fmla="*/ 1612063 h 1993264"/>
                <a:gd name="T70" fmla="*/ 3633020 w 3648075"/>
                <a:gd name="T71" fmla="*/ 1569695 h 1993264"/>
                <a:gd name="T72" fmla="*/ 3644210 w 3648075"/>
                <a:gd name="T73" fmla="*/ 1524258 h 1993264"/>
                <a:gd name="T74" fmla="*/ 3648075 w 3648075"/>
                <a:gd name="T75" fmla="*/ 1476375 h 1993264"/>
                <a:gd name="T76" fmla="*/ 3648075 w 3648075"/>
                <a:gd name="T77" fmla="*/ 295275 h 1993264"/>
                <a:gd name="T78" fmla="*/ 3644210 w 3648075"/>
                <a:gd name="T79" fmla="*/ 247381 h 1993264"/>
                <a:gd name="T80" fmla="*/ 3633020 w 3648075"/>
                <a:gd name="T81" fmla="*/ 201948 h 1993264"/>
                <a:gd name="T82" fmla="*/ 3615115 w 3648075"/>
                <a:gd name="T83" fmla="*/ 159582 h 1993264"/>
                <a:gd name="T84" fmla="*/ 3591101 w 3648075"/>
                <a:gd name="T85" fmla="*/ 120892 h 1993264"/>
                <a:gd name="T86" fmla="*/ 3561587 w 3648075"/>
                <a:gd name="T87" fmla="*/ 86487 h 1993264"/>
                <a:gd name="T88" fmla="*/ 3527182 w 3648075"/>
                <a:gd name="T89" fmla="*/ 56973 h 1993264"/>
                <a:gd name="T90" fmla="*/ 3488492 w 3648075"/>
                <a:gd name="T91" fmla="*/ 32959 h 1993264"/>
                <a:gd name="T92" fmla="*/ 3446126 w 3648075"/>
                <a:gd name="T93" fmla="*/ 15054 h 1993264"/>
                <a:gd name="T94" fmla="*/ 3400693 w 3648075"/>
                <a:gd name="T95" fmla="*/ 3864 h 1993264"/>
                <a:gd name="T96" fmla="*/ 3352800 w 3648075"/>
                <a:gd name="T97" fmla="*/ 0 h 199326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648075" h="1993264">
                  <a:moveTo>
                    <a:pt x="1520063" y="1771650"/>
                  </a:moveTo>
                  <a:lnTo>
                    <a:pt x="608076" y="1771650"/>
                  </a:lnTo>
                  <a:lnTo>
                    <a:pt x="1064005" y="1993112"/>
                  </a:lnTo>
                  <a:lnTo>
                    <a:pt x="1520063" y="1771650"/>
                  </a:lnTo>
                  <a:close/>
                </a:path>
                <a:path w="3648075" h="1993264">
                  <a:moveTo>
                    <a:pt x="3352800" y="0"/>
                  </a:moveTo>
                  <a:lnTo>
                    <a:pt x="295275" y="0"/>
                  </a:lnTo>
                  <a:lnTo>
                    <a:pt x="247381" y="3864"/>
                  </a:lnTo>
                  <a:lnTo>
                    <a:pt x="201948" y="15054"/>
                  </a:lnTo>
                  <a:lnTo>
                    <a:pt x="159582" y="32959"/>
                  </a:lnTo>
                  <a:lnTo>
                    <a:pt x="120892" y="56973"/>
                  </a:lnTo>
                  <a:lnTo>
                    <a:pt x="86487" y="86487"/>
                  </a:lnTo>
                  <a:lnTo>
                    <a:pt x="56973" y="120892"/>
                  </a:lnTo>
                  <a:lnTo>
                    <a:pt x="32959" y="159582"/>
                  </a:lnTo>
                  <a:lnTo>
                    <a:pt x="15054" y="201948"/>
                  </a:lnTo>
                  <a:lnTo>
                    <a:pt x="3864" y="247381"/>
                  </a:lnTo>
                  <a:lnTo>
                    <a:pt x="0" y="295275"/>
                  </a:lnTo>
                  <a:lnTo>
                    <a:pt x="1" y="1476375"/>
                  </a:lnTo>
                  <a:lnTo>
                    <a:pt x="3864" y="1524258"/>
                  </a:lnTo>
                  <a:lnTo>
                    <a:pt x="15054" y="1569695"/>
                  </a:lnTo>
                  <a:lnTo>
                    <a:pt x="32959" y="1612063"/>
                  </a:lnTo>
                  <a:lnTo>
                    <a:pt x="56973" y="1650754"/>
                  </a:lnTo>
                  <a:lnTo>
                    <a:pt x="86487" y="1685161"/>
                  </a:lnTo>
                  <a:lnTo>
                    <a:pt x="120892" y="1714675"/>
                  </a:lnTo>
                  <a:lnTo>
                    <a:pt x="159582" y="1738690"/>
                  </a:lnTo>
                  <a:lnTo>
                    <a:pt x="201948" y="1756595"/>
                  </a:lnTo>
                  <a:lnTo>
                    <a:pt x="247381" y="1767785"/>
                  </a:lnTo>
                  <a:lnTo>
                    <a:pt x="295275" y="1771650"/>
                  </a:lnTo>
                  <a:lnTo>
                    <a:pt x="3352800" y="1771650"/>
                  </a:lnTo>
                  <a:lnTo>
                    <a:pt x="3400693" y="1767785"/>
                  </a:lnTo>
                  <a:lnTo>
                    <a:pt x="3446126" y="1756595"/>
                  </a:lnTo>
                  <a:lnTo>
                    <a:pt x="3488492" y="1738690"/>
                  </a:lnTo>
                  <a:lnTo>
                    <a:pt x="3527182" y="1714675"/>
                  </a:lnTo>
                  <a:lnTo>
                    <a:pt x="3561587" y="1685161"/>
                  </a:lnTo>
                  <a:lnTo>
                    <a:pt x="3591101" y="1650754"/>
                  </a:lnTo>
                  <a:lnTo>
                    <a:pt x="3615115" y="1612063"/>
                  </a:lnTo>
                  <a:lnTo>
                    <a:pt x="3633020" y="1569695"/>
                  </a:lnTo>
                  <a:lnTo>
                    <a:pt x="3644210" y="1524258"/>
                  </a:lnTo>
                  <a:lnTo>
                    <a:pt x="3648075" y="1476375"/>
                  </a:lnTo>
                  <a:lnTo>
                    <a:pt x="3648075" y="295275"/>
                  </a:lnTo>
                  <a:lnTo>
                    <a:pt x="3644210" y="247381"/>
                  </a:lnTo>
                  <a:lnTo>
                    <a:pt x="3633020" y="201948"/>
                  </a:lnTo>
                  <a:lnTo>
                    <a:pt x="3615115" y="159582"/>
                  </a:lnTo>
                  <a:lnTo>
                    <a:pt x="3591101" y="120892"/>
                  </a:lnTo>
                  <a:lnTo>
                    <a:pt x="3561587" y="86487"/>
                  </a:lnTo>
                  <a:lnTo>
                    <a:pt x="3527182" y="56973"/>
                  </a:lnTo>
                  <a:lnTo>
                    <a:pt x="3488492" y="32959"/>
                  </a:lnTo>
                  <a:lnTo>
                    <a:pt x="3446126" y="15054"/>
                  </a:lnTo>
                  <a:lnTo>
                    <a:pt x="3400693" y="3864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10256" name="object 32">
            <a:extLst>
              <a:ext uri="{FF2B5EF4-FFF2-40B4-BE49-F238E27FC236}">
                <a16:creationId xmlns:a16="http://schemas.microsoft.com/office/drawing/2014/main" xmlns="" id="{6490F071-172D-68B0-D695-62897E0C6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050" y="4292600"/>
            <a:ext cx="3275013" cy="179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indent="-17463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25"/>
              </a:spcBef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Solution: Regular Updates</a:t>
            </a:r>
            <a:endParaRPr lang="ru-RU" altLang="en-US" sz="1500" dirty="0">
              <a:latin typeface="Arial" panose="020B0604020202020204" pitchFamily="34" charset="0"/>
            </a:endParaRP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Community posts allow users to share scam stories and receive the latest local news and real-time safety updates about specific destinations.</a:t>
            </a:r>
          </a:p>
        </p:txBody>
      </p:sp>
      <p:grpSp>
        <p:nvGrpSpPr>
          <p:cNvPr id="10257" name="object 33">
            <a:extLst>
              <a:ext uri="{FF2B5EF4-FFF2-40B4-BE49-F238E27FC236}">
                <a16:creationId xmlns:a16="http://schemas.microsoft.com/office/drawing/2014/main" xmlns="" id="{BB6B2341-97CD-AC48-2FF0-18BA030DDA69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4171950"/>
            <a:ext cx="3100388" cy="1919288"/>
            <a:chOff x="8610557" y="4171818"/>
            <a:chExt cx="3100705" cy="1919605"/>
          </a:xfrm>
        </p:grpSpPr>
        <p:pic>
          <p:nvPicPr>
            <p:cNvPr id="10272" name="object 34">
              <a:extLst>
                <a:ext uri="{FF2B5EF4-FFF2-40B4-BE49-F238E27FC236}">
                  <a16:creationId xmlns:a16="http://schemas.microsoft.com/office/drawing/2014/main" xmlns="" id="{9D5E7095-DEE9-2CAE-4B0A-843FFD9009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0557" y="4171818"/>
              <a:ext cx="3100535" cy="1919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10273" name="object 35">
              <a:extLst>
                <a:ext uri="{FF2B5EF4-FFF2-40B4-BE49-F238E27FC236}">
                  <a16:creationId xmlns:a16="http://schemas.microsoft.com/office/drawing/2014/main" xmlns="" id="{FEF2A6A7-9953-0794-2A48-221623596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6324" y="4248213"/>
              <a:ext cx="2976626" cy="161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74" name="object 36">
              <a:extLst>
                <a:ext uri="{FF2B5EF4-FFF2-40B4-BE49-F238E27FC236}">
                  <a16:creationId xmlns:a16="http://schemas.microsoft.com/office/drawing/2014/main" xmlns="" id="{FEB741EE-746B-5DB6-FAFB-3CAEC8203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174" y="4181474"/>
              <a:ext cx="3048000" cy="1864995"/>
            </a:xfrm>
            <a:custGeom>
              <a:avLst/>
              <a:gdLst>
                <a:gd name="T0" fmla="*/ 1270000 w 3048000"/>
                <a:gd name="T1" fmla="*/ 1657350 h 1864995"/>
                <a:gd name="T2" fmla="*/ 508000 w 3048000"/>
                <a:gd name="T3" fmla="*/ 1657350 h 1864995"/>
                <a:gd name="T4" fmla="*/ 889000 w 3048000"/>
                <a:gd name="T5" fmla="*/ 1864525 h 1864995"/>
                <a:gd name="T6" fmla="*/ 1270000 w 3048000"/>
                <a:gd name="T7" fmla="*/ 1657350 h 1864995"/>
                <a:gd name="T8" fmla="*/ 2771775 w 3048000"/>
                <a:gd name="T9" fmla="*/ 0 h 1864995"/>
                <a:gd name="T10" fmla="*/ 276225 w 3048000"/>
                <a:gd name="T11" fmla="*/ 0 h 1864995"/>
                <a:gd name="T12" fmla="*/ 226580 w 3048000"/>
                <a:gd name="T13" fmla="*/ 4451 h 1864995"/>
                <a:gd name="T14" fmla="*/ 179852 w 3048000"/>
                <a:gd name="T15" fmla="*/ 17284 h 1864995"/>
                <a:gd name="T16" fmla="*/ 136821 w 3048000"/>
                <a:gd name="T17" fmla="*/ 37719 h 1864995"/>
                <a:gd name="T18" fmla="*/ 98268 w 3048000"/>
                <a:gd name="T19" fmla="*/ 64973 h 1864995"/>
                <a:gd name="T20" fmla="*/ 64973 w 3048000"/>
                <a:gd name="T21" fmla="*/ 98268 h 1864995"/>
                <a:gd name="T22" fmla="*/ 37719 w 3048000"/>
                <a:gd name="T23" fmla="*/ 136821 h 1864995"/>
                <a:gd name="T24" fmla="*/ 17284 w 3048000"/>
                <a:gd name="T25" fmla="*/ 179852 h 1864995"/>
                <a:gd name="T26" fmla="*/ 4451 w 3048000"/>
                <a:gd name="T27" fmla="*/ 226580 h 1864995"/>
                <a:gd name="T28" fmla="*/ 0 w 3048000"/>
                <a:gd name="T29" fmla="*/ 276225 h 1864995"/>
                <a:gd name="T30" fmla="*/ 0 w 3048000"/>
                <a:gd name="T31" fmla="*/ 1381125 h 1864995"/>
                <a:gd name="T32" fmla="*/ 4451 w 3048000"/>
                <a:gd name="T33" fmla="*/ 1430776 h 1864995"/>
                <a:gd name="T34" fmla="*/ 17284 w 3048000"/>
                <a:gd name="T35" fmla="*/ 1477507 h 1864995"/>
                <a:gd name="T36" fmla="*/ 37719 w 3048000"/>
                <a:gd name="T37" fmla="*/ 1520539 h 1864995"/>
                <a:gd name="T38" fmla="*/ 64973 w 3048000"/>
                <a:gd name="T39" fmla="*/ 1559092 h 1864995"/>
                <a:gd name="T40" fmla="*/ 98268 w 3048000"/>
                <a:gd name="T41" fmla="*/ 1592384 h 1864995"/>
                <a:gd name="T42" fmla="*/ 136821 w 3048000"/>
                <a:gd name="T43" fmla="*/ 1619636 h 1864995"/>
                <a:gd name="T44" fmla="*/ 179852 w 3048000"/>
                <a:gd name="T45" fmla="*/ 1640068 h 1864995"/>
                <a:gd name="T46" fmla="*/ 226580 w 3048000"/>
                <a:gd name="T47" fmla="*/ 1652899 h 1864995"/>
                <a:gd name="T48" fmla="*/ 276225 w 3048000"/>
                <a:gd name="T49" fmla="*/ 1657350 h 1864995"/>
                <a:gd name="T50" fmla="*/ 2771775 w 3048000"/>
                <a:gd name="T51" fmla="*/ 1657350 h 1864995"/>
                <a:gd name="T52" fmla="*/ 2821419 w 3048000"/>
                <a:gd name="T53" fmla="*/ 1652899 h 1864995"/>
                <a:gd name="T54" fmla="*/ 2868147 w 3048000"/>
                <a:gd name="T55" fmla="*/ 1640068 h 1864995"/>
                <a:gd name="T56" fmla="*/ 2911178 w 3048000"/>
                <a:gd name="T57" fmla="*/ 1619636 h 1864995"/>
                <a:gd name="T58" fmla="*/ 2949731 w 3048000"/>
                <a:gd name="T59" fmla="*/ 1592384 h 1864995"/>
                <a:gd name="T60" fmla="*/ 2983026 w 3048000"/>
                <a:gd name="T61" fmla="*/ 1559092 h 1864995"/>
                <a:gd name="T62" fmla="*/ 3010280 w 3048000"/>
                <a:gd name="T63" fmla="*/ 1520539 h 1864995"/>
                <a:gd name="T64" fmla="*/ 3030715 w 3048000"/>
                <a:gd name="T65" fmla="*/ 1477507 h 1864995"/>
                <a:gd name="T66" fmla="*/ 3043548 w 3048000"/>
                <a:gd name="T67" fmla="*/ 1430776 h 1864995"/>
                <a:gd name="T68" fmla="*/ 3048000 w 3048000"/>
                <a:gd name="T69" fmla="*/ 1381125 h 1864995"/>
                <a:gd name="T70" fmla="*/ 3048000 w 3048000"/>
                <a:gd name="T71" fmla="*/ 276225 h 1864995"/>
                <a:gd name="T72" fmla="*/ 3043548 w 3048000"/>
                <a:gd name="T73" fmla="*/ 226580 h 1864995"/>
                <a:gd name="T74" fmla="*/ 3030715 w 3048000"/>
                <a:gd name="T75" fmla="*/ 179852 h 1864995"/>
                <a:gd name="T76" fmla="*/ 3010280 w 3048000"/>
                <a:gd name="T77" fmla="*/ 136821 h 1864995"/>
                <a:gd name="T78" fmla="*/ 2983026 w 3048000"/>
                <a:gd name="T79" fmla="*/ 98268 h 1864995"/>
                <a:gd name="T80" fmla="*/ 2949731 w 3048000"/>
                <a:gd name="T81" fmla="*/ 64973 h 1864995"/>
                <a:gd name="T82" fmla="*/ 2911178 w 3048000"/>
                <a:gd name="T83" fmla="*/ 37719 h 1864995"/>
                <a:gd name="T84" fmla="*/ 2868147 w 3048000"/>
                <a:gd name="T85" fmla="*/ 17284 h 1864995"/>
                <a:gd name="T86" fmla="*/ 2821419 w 3048000"/>
                <a:gd name="T87" fmla="*/ 4451 h 1864995"/>
                <a:gd name="T88" fmla="*/ 2771775 w 3048000"/>
                <a:gd name="T89" fmla="*/ 0 h 186499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048000" h="1864995">
                  <a:moveTo>
                    <a:pt x="1270000" y="1657350"/>
                  </a:moveTo>
                  <a:lnTo>
                    <a:pt x="508000" y="1657350"/>
                  </a:lnTo>
                  <a:lnTo>
                    <a:pt x="889000" y="1864525"/>
                  </a:lnTo>
                  <a:lnTo>
                    <a:pt x="1270000" y="1657350"/>
                  </a:lnTo>
                  <a:close/>
                </a:path>
                <a:path w="3048000" h="1864995">
                  <a:moveTo>
                    <a:pt x="277177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0" y="1381125"/>
                  </a:lnTo>
                  <a:lnTo>
                    <a:pt x="4451" y="1430776"/>
                  </a:lnTo>
                  <a:lnTo>
                    <a:pt x="17284" y="1477507"/>
                  </a:lnTo>
                  <a:lnTo>
                    <a:pt x="37719" y="1520539"/>
                  </a:lnTo>
                  <a:lnTo>
                    <a:pt x="64973" y="1559092"/>
                  </a:lnTo>
                  <a:lnTo>
                    <a:pt x="98268" y="1592384"/>
                  </a:lnTo>
                  <a:lnTo>
                    <a:pt x="136821" y="1619636"/>
                  </a:lnTo>
                  <a:lnTo>
                    <a:pt x="179852" y="1640068"/>
                  </a:lnTo>
                  <a:lnTo>
                    <a:pt x="226580" y="1652899"/>
                  </a:lnTo>
                  <a:lnTo>
                    <a:pt x="276225" y="1657350"/>
                  </a:lnTo>
                  <a:lnTo>
                    <a:pt x="2771775" y="1657350"/>
                  </a:lnTo>
                  <a:lnTo>
                    <a:pt x="2821419" y="1652899"/>
                  </a:lnTo>
                  <a:lnTo>
                    <a:pt x="2868147" y="1640068"/>
                  </a:lnTo>
                  <a:lnTo>
                    <a:pt x="2911178" y="1619636"/>
                  </a:lnTo>
                  <a:lnTo>
                    <a:pt x="2949731" y="1592384"/>
                  </a:lnTo>
                  <a:lnTo>
                    <a:pt x="2983026" y="1559092"/>
                  </a:lnTo>
                  <a:lnTo>
                    <a:pt x="3010280" y="1520539"/>
                  </a:lnTo>
                  <a:lnTo>
                    <a:pt x="3030715" y="1477507"/>
                  </a:lnTo>
                  <a:lnTo>
                    <a:pt x="3043548" y="1430776"/>
                  </a:lnTo>
                  <a:lnTo>
                    <a:pt x="3048000" y="1381125"/>
                  </a:lnTo>
                  <a:lnTo>
                    <a:pt x="3048000" y="276225"/>
                  </a:lnTo>
                  <a:lnTo>
                    <a:pt x="3043548" y="226580"/>
                  </a:lnTo>
                  <a:lnTo>
                    <a:pt x="3030715" y="179852"/>
                  </a:lnTo>
                  <a:lnTo>
                    <a:pt x="3010280" y="136821"/>
                  </a:lnTo>
                  <a:lnTo>
                    <a:pt x="2983026" y="98268"/>
                  </a:lnTo>
                  <a:lnTo>
                    <a:pt x="2949731" y="64973"/>
                  </a:lnTo>
                  <a:lnTo>
                    <a:pt x="2911178" y="37719"/>
                  </a:lnTo>
                  <a:lnTo>
                    <a:pt x="2868147" y="17284"/>
                  </a:lnTo>
                  <a:lnTo>
                    <a:pt x="2821419" y="4451"/>
                  </a:lnTo>
                  <a:lnTo>
                    <a:pt x="2771775" y="0"/>
                  </a:ln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10258" name="object 37">
            <a:extLst>
              <a:ext uri="{FF2B5EF4-FFF2-40B4-BE49-F238E27FC236}">
                <a16:creationId xmlns:a16="http://schemas.microsoft.com/office/drawing/2014/main" xmlns="" id="{B5274FB1-D668-53BD-5E7B-C2014452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0313" y="4333875"/>
            <a:ext cx="2638425" cy="1477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1113" indent="-1588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25"/>
              </a:spcBef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Solution</a:t>
            </a:r>
            <a:endParaRPr lang="ru-RU" altLang="en-US" sz="1500" dirty="0">
              <a:latin typeface="Arial" panose="020B0604020202020204" pitchFamily="34" charset="0"/>
            </a:endParaRP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Digital immigration and Safety SOS sections allow users to access emergency contacts with one click or trigger SOS with one tap.</a:t>
            </a:r>
          </a:p>
        </p:txBody>
      </p:sp>
      <p:grpSp>
        <p:nvGrpSpPr>
          <p:cNvPr id="10259" name="object 38">
            <a:extLst>
              <a:ext uri="{FF2B5EF4-FFF2-40B4-BE49-F238E27FC236}">
                <a16:creationId xmlns:a16="http://schemas.microsoft.com/office/drawing/2014/main" xmlns="" id="{70F59C23-C4FC-4BD9-D0B5-B390705AC6DD}"/>
              </a:ext>
            </a:extLst>
          </p:cNvPr>
          <p:cNvGrpSpPr>
            <a:grpSpLocks/>
          </p:cNvGrpSpPr>
          <p:nvPr/>
        </p:nvGrpSpPr>
        <p:grpSpPr bwMode="auto">
          <a:xfrm>
            <a:off x="1743075" y="3752850"/>
            <a:ext cx="452438" cy="652463"/>
            <a:chOff x="1743075" y="3752786"/>
            <a:chExt cx="452755" cy="652780"/>
          </a:xfrm>
        </p:grpSpPr>
        <p:pic>
          <p:nvPicPr>
            <p:cNvPr id="10270" name="object 39">
              <a:extLst>
                <a:ext uri="{FF2B5EF4-FFF2-40B4-BE49-F238E27FC236}">
                  <a16:creationId xmlns:a16="http://schemas.microsoft.com/office/drawing/2014/main" xmlns="" id="{71EDF3C8-40EF-E88A-05F8-96C7302109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3075" y="3752786"/>
              <a:ext cx="452437" cy="652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71" name="object 40">
              <a:extLst>
                <a:ext uri="{FF2B5EF4-FFF2-40B4-BE49-F238E27FC236}">
                  <a16:creationId xmlns:a16="http://schemas.microsoft.com/office/drawing/2014/main" xmlns="" id="{A3828FD3-B92A-5EDE-6739-DD5C16126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50" y="3819524"/>
              <a:ext cx="171450" cy="345440"/>
            </a:xfrm>
            <a:custGeom>
              <a:avLst/>
              <a:gdLst>
                <a:gd name="T0" fmla="*/ 57150 w 171450"/>
                <a:gd name="T1" fmla="*/ 173991 h 345439"/>
                <a:gd name="T2" fmla="*/ 0 w 171450"/>
                <a:gd name="T3" fmla="*/ 173991 h 345439"/>
                <a:gd name="T4" fmla="*/ 85725 w 171450"/>
                <a:gd name="T5" fmla="*/ 345441 h 345439"/>
                <a:gd name="T6" fmla="*/ 157162 w 171450"/>
                <a:gd name="T7" fmla="*/ 202566 h 345439"/>
                <a:gd name="T8" fmla="*/ 57150 w 171450"/>
                <a:gd name="T9" fmla="*/ 202566 h 345439"/>
                <a:gd name="T10" fmla="*/ 57150 w 171450"/>
                <a:gd name="T11" fmla="*/ 173991 h 345439"/>
                <a:gd name="T12" fmla="*/ 114300 w 171450"/>
                <a:gd name="T13" fmla="*/ 0 h 345439"/>
                <a:gd name="T14" fmla="*/ 57150 w 171450"/>
                <a:gd name="T15" fmla="*/ 0 h 345439"/>
                <a:gd name="T16" fmla="*/ 57150 w 171450"/>
                <a:gd name="T17" fmla="*/ 202566 h 345439"/>
                <a:gd name="T18" fmla="*/ 114300 w 171450"/>
                <a:gd name="T19" fmla="*/ 202566 h 345439"/>
                <a:gd name="T20" fmla="*/ 114300 w 171450"/>
                <a:gd name="T21" fmla="*/ 0 h 345439"/>
                <a:gd name="T22" fmla="*/ 171450 w 171450"/>
                <a:gd name="T23" fmla="*/ 173991 h 345439"/>
                <a:gd name="T24" fmla="*/ 114300 w 171450"/>
                <a:gd name="T25" fmla="*/ 173991 h 345439"/>
                <a:gd name="T26" fmla="*/ 114300 w 171450"/>
                <a:gd name="T27" fmla="*/ 202566 h 345439"/>
                <a:gd name="T28" fmla="*/ 157162 w 171450"/>
                <a:gd name="T29" fmla="*/ 202566 h 345439"/>
                <a:gd name="T30" fmla="*/ 171450 w 171450"/>
                <a:gd name="T31" fmla="*/ 173991 h 3454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71450" h="345439">
                  <a:moveTo>
                    <a:pt x="57150" y="173989"/>
                  </a:moveTo>
                  <a:lnTo>
                    <a:pt x="0" y="173989"/>
                  </a:lnTo>
                  <a:lnTo>
                    <a:pt x="85725" y="345439"/>
                  </a:lnTo>
                  <a:lnTo>
                    <a:pt x="157162" y="202564"/>
                  </a:lnTo>
                  <a:lnTo>
                    <a:pt x="57150" y="202564"/>
                  </a:lnTo>
                  <a:lnTo>
                    <a:pt x="57150" y="173989"/>
                  </a:lnTo>
                  <a:close/>
                </a:path>
                <a:path w="171450" h="345439">
                  <a:moveTo>
                    <a:pt x="114300" y="0"/>
                  </a:moveTo>
                  <a:lnTo>
                    <a:pt x="57150" y="0"/>
                  </a:lnTo>
                  <a:lnTo>
                    <a:pt x="57150" y="202564"/>
                  </a:lnTo>
                  <a:lnTo>
                    <a:pt x="114300" y="202564"/>
                  </a:lnTo>
                  <a:lnTo>
                    <a:pt x="114300" y="0"/>
                  </a:lnTo>
                  <a:close/>
                </a:path>
                <a:path w="171450" h="345439">
                  <a:moveTo>
                    <a:pt x="171450" y="173989"/>
                  </a:moveTo>
                  <a:lnTo>
                    <a:pt x="114300" y="173989"/>
                  </a:lnTo>
                  <a:lnTo>
                    <a:pt x="114300" y="202564"/>
                  </a:lnTo>
                  <a:lnTo>
                    <a:pt x="157162" y="202564"/>
                  </a:lnTo>
                  <a:lnTo>
                    <a:pt x="171450" y="1739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grpSp>
        <p:nvGrpSpPr>
          <p:cNvPr id="10260" name="object 41">
            <a:extLst>
              <a:ext uri="{FF2B5EF4-FFF2-40B4-BE49-F238E27FC236}">
                <a16:creationId xmlns:a16="http://schemas.microsoft.com/office/drawing/2014/main" xmlns="" id="{ACCEA747-792B-7325-A7D8-7CDAD8E38A84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752850"/>
            <a:ext cx="452438" cy="652463"/>
            <a:chOff x="5867400" y="3752786"/>
            <a:chExt cx="452755" cy="652780"/>
          </a:xfrm>
        </p:grpSpPr>
        <p:pic>
          <p:nvPicPr>
            <p:cNvPr id="10268" name="object 42">
              <a:extLst>
                <a:ext uri="{FF2B5EF4-FFF2-40B4-BE49-F238E27FC236}">
                  <a16:creationId xmlns:a16="http://schemas.microsoft.com/office/drawing/2014/main" xmlns="" id="{6DD5480F-0DBA-1EFE-7801-423B478E6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400" y="3752786"/>
              <a:ext cx="452437" cy="652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69" name="object 43">
              <a:extLst>
                <a:ext uri="{FF2B5EF4-FFF2-40B4-BE49-F238E27FC236}">
                  <a16:creationId xmlns:a16="http://schemas.microsoft.com/office/drawing/2014/main" xmlns="" id="{07B2AD07-92AA-C8B1-1CE1-F0E7368F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275" y="3819524"/>
              <a:ext cx="171450" cy="345440"/>
            </a:xfrm>
            <a:custGeom>
              <a:avLst/>
              <a:gdLst>
                <a:gd name="T0" fmla="*/ 57150 w 171450"/>
                <a:gd name="T1" fmla="*/ 173991 h 345439"/>
                <a:gd name="T2" fmla="*/ 0 w 171450"/>
                <a:gd name="T3" fmla="*/ 173991 h 345439"/>
                <a:gd name="T4" fmla="*/ 85725 w 171450"/>
                <a:gd name="T5" fmla="*/ 345441 h 345439"/>
                <a:gd name="T6" fmla="*/ 157162 w 171450"/>
                <a:gd name="T7" fmla="*/ 202566 h 345439"/>
                <a:gd name="T8" fmla="*/ 57150 w 171450"/>
                <a:gd name="T9" fmla="*/ 202566 h 345439"/>
                <a:gd name="T10" fmla="*/ 57150 w 171450"/>
                <a:gd name="T11" fmla="*/ 173991 h 345439"/>
                <a:gd name="T12" fmla="*/ 114300 w 171450"/>
                <a:gd name="T13" fmla="*/ 0 h 345439"/>
                <a:gd name="T14" fmla="*/ 57150 w 171450"/>
                <a:gd name="T15" fmla="*/ 0 h 345439"/>
                <a:gd name="T16" fmla="*/ 57150 w 171450"/>
                <a:gd name="T17" fmla="*/ 202566 h 345439"/>
                <a:gd name="T18" fmla="*/ 114300 w 171450"/>
                <a:gd name="T19" fmla="*/ 202566 h 345439"/>
                <a:gd name="T20" fmla="*/ 114300 w 171450"/>
                <a:gd name="T21" fmla="*/ 0 h 345439"/>
                <a:gd name="T22" fmla="*/ 171450 w 171450"/>
                <a:gd name="T23" fmla="*/ 173991 h 345439"/>
                <a:gd name="T24" fmla="*/ 114300 w 171450"/>
                <a:gd name="T25" fmla="*/ 173991 h 345439"/>
                <a:gd name="T26" fmla="*/ 114300 w 171450"/>
                <a:gd name="T27" fmla="*/ 202566 h 345439"/>
                <a:gd name="T28" fmla="*/ 157162 w 171450"/>
                <a:gd name="T29" fmla="*/ 202566 h 345439"/>
                <a:gd name="T30" fmla="*/ 171450 w 171450"/>
                <a:gd name="T31" fmla="*/ 173991 h 3454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71450" h="345439">
                  <a:moveTo>
                    <a:pt x="57150" y="173989"/>
                  </a:moveTo>
                  <a:lnTo>
                    <a:pt x="0" y="173989"/>
                  </a:lnTo>
                  <a:lnTo>
                    <a:pt x="85725" y="345439"/>
                  </a:lnTo>
                  <a:lnTo>
                    <a:pt x="157162" y="202564"/>
                  </a:lnTo>
                  <a:lnTo>
                    <a:pt x="57150" y="202564"/>
                  </a:lnTo>
                  <a:lnTo>
                    <a:pt x="57150" y="173989"/>
                  </a:lnTo>
                  <a:close/>
                </a:path>
                <a:path w="171450" h="345439">
                  <a:moveTo>
                    <a:pt x="114300" y="0"/>
                  </a:moveTo>
                  <a:lnTo>
                    <a:pt x="57150" y="0"/>
                  </a:lnTo>
                  <a:lnTo>
                    <a:pt x="57150" y="202564"/>
                  </a:lnTo>
                  <a:lnTo>
                    <a:pt x="114300" y="202564"/>
                  </a:lnTo>
                  <a:lnTo>
                    <a:pt x="114300" y="0"/>
                  </a:lnTo>
                  <a:close/>
                </a:path>
                <a:path w="171450" h="345439">
                  <a:moveTo>
                    <a:pt x="171450" y="173989"/>
                  </a:moveTo>
                  <a:lnTo>
                    <a:pt x="114300" y="173989"/>
                  </a:lnTo>
                  <a:lnTo>
                    <a:pt x="114300" y="202564"/>
                  </a:lnTo>
                  <a:lnTo>
                    <a:pt x="157162" y="202564"/>
                  </a:lnTo>
                  <a:lnTo>
                    <a:pt x="171450" y="1739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grpSp>
        <p:nvGrpSpPr>
          <p:cNvPr id="10261" name="object 44">
            <a:extLst>
              <a:ext uri="{FF2B5EF4-FFF2-40B4-BE49-F238E27FC236}">
                <a16:creationId xmlns:a16="http://schemas.microsoft.com/office/drawing/2014/main" xmlns="" id="{FC9B22F6-B64D-B513-ADDD-C6F3CCDA4EC3}"/>
              </a:ext>
            </a:extLst>
          </p:cNvPr>
          <p:cNvGrpSpPr>
            <a:grpSpLocks/>
          </p:cNvGrpSpPr>
          <p:nvPr/>
        </p:nvGrpSpPr>
        <p:grpSpPr bwMode="auto">
          <a:xfrm>
            <a:off x="9982200" y="3743325"/>
            <a:ext cx="452438" cy="652463"/>
            <a:chOff x="9982200" y="3743261"/>
            <a:chExt cx="452755" cy="652780"/>
          </a:xfrm>
        </p:grpSpPr>
        <p:pic>
          <p:nvPicPr>
            <p:cNvPr id="10266" name="object 45">
              <a:extLst>
                <a:ext uri="{FF2B5EF4-FFF2-40B4-BE49-F238E27FC236}">
                  <a16:creationId xmlns:a16="http://schemas.microsoft.com/office/drawing/2014/main" xmlns="" id="{A6E00645-BD13-185A-D02A-037731A0F0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2200" y="3743261"/>
              <a:ext cx="452437" cy="652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10267" name="object 46">
              <a:extLst>
                <a:ext uri="{FF2B5EF4-FFF2-40B4-BE49-F238E27FC236}">
                  <a16:creationId xmlns:a16="http://schemas.microsoft.com/office/drawing/2014/main" xmlns="" id="{23EEF5D1-7378-F4F5-C70D-3A73B806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5075" y="3809999"/>
              <a:ext cx="171450" cy="345440"/>
            </a:xfrm>
            <a:custGeom>
              <a:avLst/>
              <a:gdLst>
                <a:gd name="T0" fmla="*/ 57150 w 171450"/>
                <a:gd name="T1" fmla="*/ 173991 h 345439"/>
                <a:gd name="T2" fmla="*/ 0 w 171450"/>
                <a:gd name="T3" fmla="*/ 173991 h 345439"/>
                <a:gd name="T4" fmla="*/ 85725 w 171450"/>
                <a:gd name="T5" fmla="*/ 345441 h 345439"/>
                <a:gd name="T6" fmla="*/ 157162 w 171450"/>
                <a:gd name="T7" fmla="*/ 202566 h 345439"/>
                <a:gd name="T8" fmla="*/ 57150 w 171450"/>
                <a:gd name="T9" fmla="*/ 202566 h 345439"/>
                <a:gd name="T10" fmla="*/ 57150 w 171450"/>
                <a:gd name="T11" fmla="*/ 173991 h 345439"/>
                <a:gd name="T12" fmla="*/ 114300 w 171450"/>
                <a:gd name="T13" fmla="*/ 0 h 345439"/>
                <a:gd name="T14" fmla="*/ 57150 w 171450"/>
                <a:gd name="T15" fmla="*/ 0 h 345439"/>
                <a:gd name="T16" fmla="*/ 57150 w 171450"/>
                <a:gd name="T17" fmla="*/ 202566 h 345439"/>
                <a:gd name="T18" fmla="*/ 114300 w 171450"/>
                <a:gd name="T19" fmla="*/ 202566 h 345439"/>
                <a:gd name="T20" fmla="*/ 114300 w 171450"/>
                <a:gd name="T21" fmla="*/ 0 h 345439"/>
                <a:gd name="T22" fmla="*/ 171450 w 171450"/>
                <a:gd name="T23" fmla="*/ 173991 h 345439"/>
                <a:gd name="T24" fmla="*/ 114300 w 171450"/>
                <a:gd name="T25" fmla="*/ 173991 h 345439"/>
                <a:gd name="T26" fmla="*/ 114300 w 171450"/>
                <a:gd name="T27" fmla="*/ 202566 h 345439"/>
                <a:gd name="T28" fmla="*/ 157162 w 171450"/>
                <a:gd name="T29" fmla="*/ 202566 h 345439"/>
                <a:gd name="T30" fmla="*/ 171450 w 171450"/>
                <a:gd name="T31" fmla="*/ 173991 h 3454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71450" h="345439">
                  <a:moveTo>
                    <a:pt x="57150" y="173989"/>
                  </a:moveTo>
                  <a:lnTo>
                    <a:pt x="0" y="173989"/>
                  </a:lnTo>
                  <a:lnTo>
                    <a:pt x="85725" y="345439"/>
                  </a:lnTo>
                  <a:lnTo>
                    <a:pt x="157162" y="202564"/>
                  </a:lnTo>
                  <a:lnTo>
                    <a:pt x="57150" y="202564"/>
                  </a:lnTo>
                  <a:lnTo>
                    <a:pt x="57150" y="173989"/>
                  </a:lnTo>
                  <a:close/>
                </a:path>
                <a:path w="171450" h="345439">
                  <a:moveTo>
                    <a:pt x="114300" y="0"/>
                  </a:moveTo>
                  <a:lnTo>
                    <a:pt x="57150" y="0"/>
                  </a:lnTo>
                  <a:lnTo>
                    <a:pt x="57150" y="202564"/>
                  </a:lnTo>
                  <a:lnTo>
                    <a:pt x="114300" y="202564"/>
                  </a:lnTo>
                  <a:lnTo>
                    <a:pt x="114300" y="0"/>
                  </a:lnTo>
                  <a:close/>
                </a:path>
                <a:path w="171450" h="345439">
                  <a:moveTo>
                    <a:pt x="171450" y="173989"/>
                  </a:moveTo>
                  <a:lnTo>
                    <a:pt x="114300" y="173989"/>
                  </a:lnTo>
                  <a:lnTo>
                    <a:pt x="114300" y="202564"/>
                  </a:lnTo>
                  <a:lnTo>
                    <a:pt x="157162" y="202564"/>
                  </a:lnTo>
                  <a:lnTo>
                    <a:pt x="171450" y="1739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xmlns="" id="{BD958CC2-E0C7-5B47-BEA1-048530278D25}"/>
              </a:ext>
            </a:extLst>
          </p:cNvPr>
          <p:cNvSpPr txBox="1"/>
          <p:nvPr/>
        </p:nvSpPr>
        <p:spPr>
          <a:xfrm>
            <a:off x="6575425" y="1400175"/>
            <a:ext cx="5551488" cy="5143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15875" rIns="0" bIns="0">
            <a:spAutoFit/>
          </a:bodyPr>
          <a:lstStyle/>
          <a:p>
            <a:pPr marL="298450" indent="-285750" eaLnBrk="0" fontAlgn="auto" hangingPunct="0">
              <a:spcBef>
                <a:spcPts val="125"/>
              </a:spcBef>
              <a:buSzTx/>
              <a:buFontTx/>
              <a:buChar char="•"/>
              <a:tabLst>
                <a:tab pos="298450" algn="l"/>
              </a:tabLst>
              <a:defRPr sz="1000">
                <a:solidFill>
                  <a:srgbClr val="1E293B"/>
                </a:solidFill>
                <a:latin typeface="Arial"/>
              </a:defRPr>
            </a:pPr>
            <a:r>
              <a:t>• Scalability: Centralized travel hub easily scalable across 500+ heritage cities and global tourist circuits.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Challenge 5 Solved (Economic Viability): Geofenced T-Points reward physical visits to handloom &amp; toy artisans.</a:t>
            </a: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xmlns="" id="{51B135FC-835C-19EA-760D-BA1B84D576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@SIH</a:t>
            </a:r>
            <a:r>
              <a:rPr spc="-40"/>
              <a:t> </a:t>
            </a:r>
            <a:r>
              <a:t>Idea</a:t>
            </a:r>
            <a:r>
              <a:rPr spc="-10"/>
              <a:t> submission</a:t>
            </a:r>
          </a:p>
        </p:txBody>
      </p:sp>
      <p:sp>
        <p:nvSpPr>
          <p:cNvPr id="10264" name="object 49">
            <a:extLst>
              <a:ext uri="{FF2B5EF4-FFF2-40B4-BE49-F238E27FC236}">
                <a16:creationId xmlns:a16="http://schemas.microsoft.com/office/drawing/2014/main" xmlns="" id="{86AD6DB4-F169-61FC-7933-2751709C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382375" y="6472238"/>
            <a:ext cx="166688" cy="16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81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C56470EF-B811-4A0A-AE80-2396708CEC42}" type="slidenum">
              <a:rPr lang="ru-RU" altLang="en-US" b="1">
                <a:solidFill>
                  <a:srgbClr val="FFFFFF"/>
                </a:solidFill>
              </a:rPr>
              <a:pPr eaLnBrk="1" hangingPunct="1"/>
              <a:t>4</a:t>
            </a:fld>
            <a:endParaRPr lang="ru-RU" altLang="en-US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0F6A04D-450C-29F0-087D-3C37A5CB708A}"/>
              </a:ext>
            </a:extLst>
          </p:cNvPr>
          <p:cNvSpPr txBox="1"/>
          <p:nvPr/>
        </p:nvSpPr>
        <p:spPr>
          <a:xfrm>
            <a:off x="8586788" y="2227263"/>
            <a:ext cx="3062287" cy="15670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2700" indent="-11113" algn="ctr">
              <a:spcBef>
                <a:spcPts val="125"/>
              </a:spcBef>
              <a:buFont typeface="Calibri" charset="0"/>
              <a:buNone/>
              <a:defRPr sz="1100" b="1" i="1">
                <a:solidFill>
                  <a:srgbClr val="0F172A"/>
                </a:solidFill>
                <a:latin typeface="Arial"/>
              </a:defRPr>
            </a:pPr>
            <a:r>
              <a:t>Challenge 3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Time wasted verifying airport details and other services, along with a lack of proper information about emergency contact numbers.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bject 2">
            <a:extLst>
              <a:ext uri="{FF2B5EF4-FFF2-40B4-BE49-F238E27FC236}">
                <a16:creationId xmlns:a16="http://schemas.microsoft.com/office/drawing/2014/main" xmlns="" id="{E9C2B752-651F-4D1C-CE8F-420453F5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360363"/>
            <a:ext cx="52879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ru-RU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xmlns="" id="{AB35EBD7-C4F9-4081-F97F-DCB0A3C5D1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rPr dirty="0"/>
              <a:t>@SIH</a:t>
            </a:r>
            <a:r>
              <a:rPr spc="-40" dirty="0"/>
              <a:t> </a:t>
            </a:r>
            <a:r>
              <a:rPr dirty="0"/>
              <a:t>Idea</a:t>
            </a:r>
            <a:r>
              <a:rPr spc="-10" dirty="0"/>
              <a:t> submission</a:t>
            </a:r>
          </a:p>
        </p:txBody>
      </p:sp>
      <p:sp>
        <p:nvSpPr>
          <p:cNvPr id="11271" name="object 17">
            <a:extLst>
              <a:ext uri="{FF2B5EF4-FFF2-40B4-BE49-F238E27FC236}">
                <a16:creationId xmlns:a16="http://schemas.microsoft.com/office/drawing/2014/main" xmlns="" id="{7692F412-40B1-3384-6FEB-52627A98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382375" y="6472238"/>
            <a:ext cx="166688" cy="16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81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/>
            <a:fld id="{A52B5D3C-9B68-4F95-B289-6D914561CDC4}" type="slidenum">
              <a:rPr lang="ru-RU" altLang="en-US" b="1">
                <a:solidFill>
                  <a:srgbClr val="FFFFFF"/>
                </a:solidFill>
              </a:rPr>
              <a:pPr eaLnBrk="1" hangingPunct="1"/>
              <a:t>5</a:t>
            </a:fld>
            <a:endParaRPr lang="ru-RU" altLang="en-US" b="1">
              <a:solidFill>
                <a:srgbClr val="FFFFFF"/>
              </a:solidFill>
            </a:endParaRPr>
          </a:p>
        </p:txBody>
      </p:sp>
      <p:sp>
        <p:nvSpPr>
          <p:cNvPr id="11272" name="object 6">
            <a:extLst>
              <a:ext uri="{FF2B5EF4-FFF2-40B4-BE49-F238E27FC236}">
                <a16:creationId xmlns:a16="http://schemas.microsoft.com/office/drawing/2014/main" xmlns="" id="{1001B721-6420-4EDF-E6B7-410085E0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032000"/>
            <a:ext cx="2665413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Autonomous Travel Planning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Multi-agent squad creates complete itineraries with real train numbers and downloadable PDF travel booklets.</a:t>
            </a:r>
          </a:p>
        </p:txBody>
      </p:sp>
      <p:sp>
        <p:nvSpPr>
          <p:cNvPr id="11273" name="object 7">
            <a:extLst>
              <a:ext uri="{FF2B5EF4-FFF2-40B4-BE49-F238E27FC236}">
                <a16:creationId xmlns:a16="http://schemas.microsoft.com/office/drawing/2014/main" xmlns="" id="{FC77A131-2862-8351-A48F-FB81548ED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288" y="2030413"/>
            <a:ext cx="2474912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Scam Shield &amp; Destination Intel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Community-driven scam stories and real-time breaking news protect tourists from localized touts and overcharging.</a:t>
            </a:r>
          </a:p>
        </p:txBody>
      </p:sp>
      <p:sp>
        <p:nvSpPr>
          <p:cNvPr id="11274" name="object 8">
            <a:extLst>
              <a:ext uri="{FF2B5EF4-FFF2-40B4-BE49-F238E27FC236}">
                <a16:creationId xmlns:a16="http://schemas.microsoft.com/office/drawing/2014/main" xmlns="" id="{F724BF6A-EF73-C512-9C3E-94E575B08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3457575"/>
            <a:ext cx="2622550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FastTrack Pass &amp; Safety SOS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Eliminates airport verification delays with digital passes, while one-tap SOS provides instant access to Police &amp; Tourism helplines.</a:t>
            </a:r>
          </a:p>
        </p:txBody>
      </p:sp>
      <p:sp>
        <p:nvSpPr>
          <p:cNvPr id="11275" name="object 9">
            <a:extLst>
              <a:ext uri="{FF2B5EF4-FFF2-40B4-BE49-F238E27FC236}">
                <a16:creationId xmlns:a16="http://schemas.microsoft.com/office/drawing/2014/main" xmlns="" id="{76DE6460-452C-78E1-6633-054B252BC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8" y="4554538"/>
            <a:ext cx="2570162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Tourister Wallet (Foreigner UPI)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Enables international tourists to make seamless, cashless UPI payments at local shops without needing an Indian bank account.</a:t>
            </a:r>
          </a:p>
        </p:txBody>
      </p:sp>
      <p:sp>
        <p:nvSpPr>
          <p:cNvPr id="11276" name="object 10">
            <a:extLst>
              <a:ext uri="{FF2B5EF4-FFF2-40B4-BE49-F238E27FC236}">
                <a16:creationId xmlns:a16="http://schemas.microsoft.com/office/drawing/2014/main" xmlns="" id="{F1174C75-1668-8375-2E59-DB304F4C9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5700" y="4559300"/>
            <a:ext cx="23685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587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Artisan Recognition (T-Points)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Geofenced on-site verification rewards tourists visiting handloom weavers and toy makers with free airport/railway lounge access &amp; dining coupons.</a:t>
            </a:r>
          </a:p>
        </p:txBody>
      </p:sp>
      <p:sp>
        <p:nvSpPr>
          <p:cNvPr id="11277" name="object 11">
            <a:extLst>
              <a:ext uri="{FF2B5EF4-FFF2-40B4-BE49-F238E27FC236}">
                <a16:creationId xmlns:a16="http://schemas.microsoft.com/office/drawing/2014/main" xmlns="" id="{239697A1-BB2A-4066-ED2A-87985A14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2065338"/>
            <a:ext cx="65405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4800">
                <a:solidFill>
                  <a:srgbClr val="386193"/>
                </a:solidFill>
              </a:rPr>
              <a:t>01</a:t>
            </a:r>
            <a:endParaRPr lang="ru-RU" altLang="en-US" sz="4800"/>
          </a:p>
        </p:txBody>
      </p:sp>
      <p:sp>
        <p:nvSpPr>
          <p:cNvPr id="11278" name="object 12">
            <a:extLst>
              <a:ext uri="{FF2B5EF4-FFF2-40B4-BE49-F238E27FC236}">
                <a16:creationId xmlns:a16="http://schemas.microsoft.com/office/drawing/2014/main" xmlns="" id="{1889F7E3-6F06-AF34-8B52-38E9D5F7A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525963"/>
            <a:ext cx="655637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4800">
                <a:solidFill>
                  <a:srgbClr val="6F2F9F"/>
                </a:solidFill>
              </a:rPr>
              <a:t>04</a:t>
            </a:r>
            <a:endParaRPr lang="ru-RU" altLang="en-US" sz="4800"/>
          </a:p>
        </p:txBody>
      </p:sp>
      <p:sp>
        <p:nvSpPr>
          <p:cNvPr id="11279" name="object 13">
            <a:extLst>
              <a:ext uri="{FF2B5EF4-FFF2-40B4-BE49-F238E27FC236}">
                <a16:creationId xmlns:a16="http://schemas.microsoft.com/office/drawing/2014/main" xmlns="" id="{A9287FC3-BA6F-0FF6-F0F4-D9CD74538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175" y="2065338"/>
            <a:ext cx="65405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4800">
                <a:solidFill>
                  <a:srgbClr val="4D3B24"/>
                </a:solidFill>
              </a:rPr>
              <a:t>02</a:t>
            </a:r>
            <a:endParaRPr lang="ru-RU" altLang="en-US" sz="4800"/>
          </a:p>
        </p:txBody>
      </p:sp>
      <p:sp>
        <p:nvSpPr>
          <p:cNvPr id="11280" name="object 14">
            <a:extLst>
              <a:ext uri="{FF2B5EF4-FFF2-40B4-BE49-F238E27FC236}">
                <a16:creationId xmlns:a16="http://schemas.microsoft.com/office/drawing/2014/main" xmlns="" id="{5EB0E5E0-BD79-FB9F-30F3-B250184E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175" y="4525963"/>
            <a:ext cx="65405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4800">
                <a:solidFill>
                  <a:srgbClr val="63B3A9"/>
                </a:solidFill>
              </a:rPr>
              <a:t>05</a:t>
            </a:r>
            <a:endParaRPr lang="ru-RU" altLang="en-US" sz="4800"/>
          </a:p>
        </p:txBody>
      </p:sp>
      <p:sp>
        <p:nvSpPr>
          <p:cNvPr id="11281" name="object 15">
            <a:extLst>
              <a:ext uri="{FF2B5EF4-FFF2-40B4-BE49-F238E27FC236}">
                <a16:creationId xmlns:a16="http://schemas.microsoft.com/office/drawing/2014/main" xmlns="" id="{7D083144-F4F1-53D5-21F1-6A11A56A2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7838" y="3427413"/>
            <a:ext cx="65405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en-US" sz="4800">
                <a:solidFill>
                  <a:srgbClr val="7C7C7C"/>
                </a:solidFill>
              </a:rPr>
              <a:t>03</a:t>
            </a:r>
            <a:endParaRPr lang="ru-RU" altLang="en-US" sz="4800"/>
          </a:p>
        </p:txBody>
      </p:sp>
      <p:sp>
        <p:nvSpPr>
          <p:cNvPr id="11282" name="TextBox 2">
            <a:extLst>
              <a:ext uri="{FF2B5EF4-FFF2-40B4-BE49-F238E27FC236}">
                <a16:creationId xmlns:a16="http://schemas.microsoft.com/office/drawing/2014/main" xmlns="" id="{C36DE5C1-383E-B3B6-BE1F-6E8DF1171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1323975"/>
            <a:ext cx="17287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Calibri" panose="020F050202020403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ts val="125"/>
              </a:spcBef>
              <a:defRPr sz="1400" b="1">
                <a:solidFill>
                  <a:srgbClr val="14B8A6"/>
                </a:solidFill>
                <a:latin typeface="Arial"/>
              </a:defRPr>
            </a:pPr>
            <a:r>
              <a:t>Holistic Smart Tourism &amp; Cultural Impact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c9415b00-84e4-4643-8a1b-85d76051225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7937"/>
            <a:ext cx="1276528" cy="8383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1828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3035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Tourism Market Landscape &amp; Research Data: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1. Market Scale &amp; Growth:</a:t>
            </a:r>
            <a:r>
              <a:rPr sz="850">
                <a:solidFill>
                  <a:srgbClr val="334155"/>
                </a:solidFill>
                <a:latin typeface="Calibri"/>
              </a:rPr>
              <a:t> Indian Travel &amp; Tourism is projected to reach $512 Billion by 2032 (CAGR 9.4%), contributing 9.2% to India's GDP (WTTC &amp; Ministry of Tourism).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2. Domestic &amp; Inbound Inflow:</a:t>
            </a:r>
            <a:r>
              <a:rPr sz="850">
                <a:solidFill>
                  <a:srgbClr val="334155"/>
                </a:solidFill>
                <a:latin typeface="Calibri"/>
              </a:rPr>
              <a:t> 1.7+ Billion domestic trips and 10+ Million foreign arrivals yearly require integrated digital travel orchestration.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3. Planning Fatigue Data:</a:t>
            </a:r>
            <a:r>
              <a:rPr sz="850">
                <a:solidFill>
                  <a:srgbClr val="334155"/>
                </a:solidFill>
                <a:latin typeface="Calibri"/>
              </a:rPr>
              <a:t> 68% of tourists face decision paralysis and delays, juggling 5+ disconnected apps for transit, stays, and sightseeing (FICCI-EY).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4. Scam Vulnerability Telemetry:</a:t>
            </a:r>
            <a:r>
              <a:rPr sz="850">
                <a:solidFill>
                  <a:srgbClr val="334155"/>
                </a:solidFill>
                <a:latin typeface="Calibri"/>
              </a:rPr>
              <a:t> 42% of travelers encounter localized touts, fake guides, or transit overcharging near major stations and monuments (NCRB).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5. Inbound Payment Gap:</a:t>
            </a:r>
            <a:r>
              <a:rPr sz="850">
                <a:solidFill>
                  <a:srgbClr val="334155"/>
                </a:solidFill>
                <a:latin typeface="Calibri"/>
              </a:rPr>
              <a:t> Foreign tourists face severe barriers using domestic UPI due to local SIM/bank constraints, locking small GI vendors out of tourist spending (NPCI/RBI).</a:t>
            </a:r>
          </a:p>
          <a:p>
            <a:r>
              <a:rPr sz="850" b="1">
                <a:solidFill>
                  <a:srgbClr val="0F172A"/>
                </a:solidFill>
                <a:latin typeface="Calibri"/>
              </a:rPr>
              <a:t>6. Artisan Visibility Crisis:</a:t>
            </a:r>
            <a:r>
              <a:rPr sz="850">
                <a:solidFill>
                  <a:srgbClr val="334155"/>
                </a:solidFill>
                <a:latin typeface="Calibri"/>
              </a:rPr>
              <a:t> 85% of indigenous handloom weavers (Uppada) and wooden toy crafters (Etikoppaka) lack digital footfall and fair direct compensation.</a:t>
            </a:r>
          </a:p>
          <a:p>
            <a:pPr>
              <a:defRPr sz="1000" b="1">
                <a:solidFill>
                  <a:srgbClr val="1E293B"/>
                </a:solidFill>
                <a:latin typeface="Arial"/>
              </a:defRPr>
            </a:pPr>
            <a:r>
              <a:t>• Existing Technology Gaps: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1. Google Maps / TripAdvisor: Provide siloed, static listings without autonomous multi-agent dynamic planning or real-time scam radars.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2. MakeMyTrip / OTAs: Focus solely on ticket sales; zero integration for airport fast-track, foreigner UPI wallets, or artisan geofencing.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05840"/>
            <a:ext cx="53035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Competitive Feature Benchmark: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37160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0584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Tourister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MakeMyTrip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Autonomous Multi-Agent AI Plan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(Puter AI)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 (Static)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 (Search only)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Live Scam Radar &amp; 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(Community)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FastTrack Airport &amp; SOS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(One-Click)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Inbound Foreigner UPI Wallet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(Virtual)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Geofenced Artisan T-Points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 (Lounge 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35040" y="35204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Arial"/>
              </a:defRPr>
            </a:pPr>
            <a:r>
              <a:t>• Official References &amp; Government Data Sources: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1. Ministry of Tourism, Govt. of India – Incredible India Digital Initiatives &amp; Annual Tourism Report.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2. World Travel &amp; Tourism Council (WTTC) &amp; FICCI – India Economic Impact &amp; Smart Travel Technology Report.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3. National Payments Corporation of India (NPCI) &amp; RBI – UPI One World for Inbound Foreign Travelers.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4. NITI Aayog – Harnessing Frontier Technologies in Heritage Tourism &amp; Local Craft Sustenance.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5. Ministry of Textiles / DC Handlooms – Geographical Indications (GI) Artisan Livelihood Census.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897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5897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530662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5"/>
  <p:tag name="AS_OS" val="Unix 6.1.177.0"/>
  <p:tag name="AS_RELEASE_DATE" val="2024.10.14"/>
  <p:tag name="AS_TITLE" val="Aspose.Slides for .NET6"/>
  <p:tag name="AS_VERSION" val="24.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381</Words>
  <Application>Microsoft Office PowerPoint</Application>
  <PresentationFormat>Custom</PresentationFormat>
  <Paragraphs>92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</vt:lpstr>
      <vt:lpstr>TECHNICAL APPROACH</vt:lpstr>
      <vt:lpstr>FEASIBILITY AND VIABILITY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2024</dc:title>
  <dc:creator>LAB11-STUDENT40</dc:creator>
  <cp:lastModifiedBy>WIN 11</cp:lastModifiedBy>
  <cp:revision>101</cp:revision>
  <cp:lastPrinted>1601-01-01T00:00:00Z</cp:lastPrinted>
  <dcterms:created xsi:type="dcterms:W3CDTF">2026-09-01T05:02:49Z</dcterms:created>
  <dcterms:modified xsi:type="dcterms:W3CDTF">2026-09-02T08:08:01Z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2024-09-29T00:00:00Z</vt:filetime>
  </property>
  <property fmtid="{D5CDD505-2E9C-101B-9397-08002B2CF9AE}" pid="3" name="LastSaved">
    <vt:filetime>2026-09-01T00:00:00Z</vt:filetime>
  </property>
  <property fmtid="{D5CDD505-2E9C-101B-9397-08002B2CF9AE}" pid="4" name="Producer">
    <vt:lpwstr>OpenPDF UNKNOWN</vt:lpwstr>
  </property>
</Properties>
</file>